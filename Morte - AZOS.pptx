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408" r:id="rId5"/>
    <p:sldId id="409" r:id="rId6"/>
    <p:sldId id="410" r:id="rId7"/>
    <p:sldId id="411" r:id="rId8"/>
    <p:sldId id="412" r:id="rId9"/>
    <p:sldId id="413" r:id="rId10"/>
    <p:sldId id="414" r:id="rId11"/>
    <p:sldId id="41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DD1A4-8B87-401A-9874-AF777E0679CC}" v="32" dt="2026-05-02T01:35:18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8599" autoAdjust="0"/>
  </p:normalViewPr>
  <p:slideViewPr>
    <p:cSldViewPr snapToGrid="0">
      <p:cViewPr varScale="1">
        <p:scale>
          <a:sx n="54" d="100"/>
          <a:sy n="54" d="100"/>
        </p:scale>
        <p:origin x="1380" y="66"/>
      </p:cViewPr>
      <p:guideLst/>
    </p:cSldViewPr>
  </p:slideViewPr>
  <p:notesTextViewPr>
    <p:cViewPr>
      <p:scale>
        <a:sx n="149" d="100"/>
        <a:sy n="149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Rocha" userId="9ffff2bd-5d61-4f98-8771-e8d21c1fed7a" providerId="ADAL" clId="{70EEED11-9875-40E3-9754-0FCC4E024A9E}"/>
    <pc:docChg chg="undo redo custSel addSld delSld modSld sldOrd modMainMaster">
      <pc:chgData name="Raphael Rocha" userId="9ffff2bd-5d61-4f98-8771-e8d21c1fed7a" providerId="ADAL" clId="{70EEED11-9875-40E3-9754-0FCC4E024A9E}" dt="2026-05-02T01:44:30.822" v="3766" actId="20577"/>
      <pc:docMkLst>
        <pc:docMk/>
      </pc:docMkLst>
      <pc:sldChg chg="addSp delSp modSp del mod ord modTransition delAnim modAnim modNotesTx">
        <pc:chgData name="Raphael Rocha" userId="9ffff2bd-5d61-4f98-8771-e8d21c1fed7a" providerId="ADAL" clId="{70EEED11-9875-40E3-9754-0FCC4E024A9E}" dt="2026-05-02T01:21:08.025" v="3146" actId="47"/>
        <pc:sldMkLst>
          <pc:docMk/>
          <pc:sldMk cId="97209566" sldId="398"/>
        </pc:sldMkLst>
        <pc:spChg chg="add mod">
          <ac:chgData name="Raphael Rocha" userId="9ffff2bd-5d61-4f98-8771-e8d21c1fed7a" providerId="ADAL" clId="{70EEED11-9875-40E3-9754-0FCC4E024A9E}" dt="2026-05-02T01:19:45.902" v="3131"/>
          <ac:spMkLst>
            <pc:docMk/>
            <pc:sldMk cId="97209566" sldId="398"/>
            <ac:spMk id="2" creationId="{E064C978-057A-80B3-88D6-CEF22C8EA635}"/>
          </ac:spMkLst>
        </pc:spChg>
        <pc:spChg chg="mod">
          <ac:chgData name="Raphael Rocha" userId="9ffff2bd-5d61-4f98-8771-e8d21c1fed7a" providerId="ADAL" clId="{70EEED11-9875-40E3-9754-0FCC4E024A9E}" dt="2026-05-02T01:20:19.943" v="3142" actId="20577"/>
          <ac:spMkLst>
            <pc:docMk/>
            <pc:sldMk cId="97209566" sldId="398"/>
            <ac:spMk id="33" creationId="{D74499AF-9DEF-A4D2-A4C4-C9EC2271E804}"/>
          </ac:spMkLst>
        </pc:spChg>
        <pc:spChg chg="del">
          <ac:chgData name="Raphael Rocha" userId="9ffff2bd-5d61-4f98-8771-e8d21c1fed7a" providerId="ADAL" clId="{70EEED11-9875-40E3-9754-0FCC4E024A9E}" dt="2026-05-02T01:18:54.638" v="3120" actId="478"/>
          <ac:spMkLst>
            <pc:docMk/>
            <pc:sldMk cId="97209566" sldId="398"/>
            <ac:spMk id="75" creationId="{D542A299-5EF8-4AF3-B798-03412614C2AD}"/>
          </ac:spMkLst>
        </pc:spChg>
      </pc:sldChg>
      <pc:sldChg chg="addSp delSp modSp del mod">
        <pc:chgData name="Raphael Rocha" userId="9ffff2bd-5d61-4f98-8771-e8d21c1fed7a" providerId="ADAL" clId="{70EEED11-9875-40E3-9754-0FCC4E024A9E}" dt="2026-05-02T01:21:08.025" v="3146" actId="47"/>
        <pc:sldMkLst>
          <pc:docMk/>
          <pc:sldMk cId="151080342" sldId="399"/>
        </pc:sldMkLst>
        <pc:spChg chg="del">
          <ac:chgData name="Raphael Rocha" userId="9ffff2bd-5d61-4f98-8771-e8d21c1fed7a" providerId="ADAL" clId="{70EEED11-9875-40E3-9754-0FCC4E024A9E}" dt="2026-05-02T01:18:57.196" v="3121" actId="478"/>
          <ac:spMkLst>
            <pc:docMk/>
            <pc:sldMk cId="151080342" sldId="399"/>
            <ac:spMk id="2" creationId="{BD187E00-C8AC-1697-DEDA-ED91F7883A50}"/>
          </ac:spMkLst>
        </pc:spChg>
        <pc:spChg chg="add mod">
          <ac:chgData name="Raphael Rocha" userId="9ffff2bd-5d61-4f98-8771-e8d21c1fed7a" providerId="ADAL" clId="{70EEED11-9875-40E3-9754-0FCC4E024A9E}" dt="2026-05-02T01:19:46.919" v="3132"/>
          <ac:spMkLst>
            <pc:docMk/>
            <pc:sldMk cId="151080342" sldId="399"/>
            <ac:spMk id="3" creationId="{20DBFEAC-70EF-7B63-8EF4-79EAB006A699}"/>
          </ac:spMkLst>
        </pc:spChg>
      </pc:sldChg>
      <pc:sldChg chg="addSp delSp modSp add del mod modTransition delAnim modAnim modNotesTx">
        <pc:chgData name="Raphael Rocha" userId="9ffff2bd-5d61-4f98-8771-e8d21c1fed7a" providerId="ADAL" clId="{70EEED11-9875-40E3-9754-0FCC4E024A9E}" dt="2026-05-02T01:21:08.025" v="3146" actId="47"/>
        <pc:sldMkLst>
          <pc:docMk/>
          <pc:sldMk cId="4014079179" sldId="400"/>
        </pc:sldMkLst>
        <pc:spChg chg="del">
          <ac:chgData name="Raphael Rocha" userId="9ffff2bd-5d61-4f98-8771-e8d21c1fed7a" providerId="ADAL" clId="{70EEED11-9875-40E3-9754-0FCC4E024A9E}" dt="2026-05-02T01:19:17.990" v="3123" actId="478"/>
          <ac:spMkLst>
            <pc:docMk/>
            <pc:sldMk cId="4014079179" sldId="400"/>
            <ac:spMk id="3" creationId="{05191B1A-1F0E-0B9F-487E-2A24B47535AD}"/>
          </ac:spMkLst>
        </pc:spChg>
        <pc:spChg chg="add mod">
          <ac:chgData name="Raphael Rocha" userId="9ffff2bd-5d61-4f98-8771-e8d21c1fed7a" providerId="ADAL" clId="{70EEED11-9875-40E3-9754-0FCC4E024A9E}" dt="2026-05-02T01:19:48.090" v="3133"/>
          <ac:spMkLst>
            <pc:docMk/>
            <pc:sldMk cId="4014079179" sldId="400"/>
            <ac:spMk id="6" creationId="{690B3AA1-435B-9E69-1DF1-6473C085799F}"/>
          </ac:spMkLst>
        </pc:spChg>
      </pc:sldChg>
      <pc:sldChg chg="addSp delSp modSp del mod">
        <pc:chgData name="Raphael Rocha" userId="9ffff2bd-5d61-4f98-8771-e8d21c1fed7a" providerId="ADAL" clId="{70EEED11-9875-40E3-9754-0FCC4E024A9E}" dt="2026-05-02T01:21:08.025" v="3146" actId="47"/>
        <pc:sldMkLst>
          <pc:docMk/>
          <pc:sldMk cId="3974312243" sldId="401"/>
        </pc:sldMkLst>
        <pc:spChg chg="del">
          <ac:chgData name="Raphael Rocha" userId="9ffff2bd-5d61-4f98-8771-e8d21c1fed7a" providerId="ADAL" clId="{70EEED11-9875-40E3-9754-0FCC4E024A9E}" dt="2026-05-02T01:19:21.656" v="3124" actId="478"/>
          <ac:spMkLst>
            <pc:docMk/>
            <pc:sldMk cId="3974312243" sldId="401"/>
            <ac:spMk id="3" creationId="{F1935C93-C063-84E6-FD6C-74C8FEC99C52}"/>
          </ac:spMkLst>
        </pc:spChg>
        <pc:spChg chg="add mod">
          <ac:chgData name="Raphael Rocha" userId="9ffff2bd-5d61-4f98-8771-e8d21c1fed7a" providerId="ADAL" clId="{70EEED11-9875-40E3-9754-0FCC4E024A9E}" dt="2026-05-02T01:19:49.446" v="3134"/>
          <ac:spMkLst>
            <pc:docMk/>
            <pc:sldMk cId="3974312243" sldId="401"/>
            <ac:spMk id="6" creationId="{25CBC583-411A-845B-A58D-958195079420}"/>
          </ac:spMkLst>
        </pc:spChg>
      </pc:sldChg>
      <pc:sldChg chg="addSp delSp modSp del mod">
        <pc:chgData name="Raphael Rocha" userId="9ffff2bd-5d61-4f98-8771-e8d21c1fed7a" providerId="ADAL" clId="{70EEED11-9875-40E3-9754-0FCC4E024A9E}" dt="2026-05-02T01:21:08.025" v="3146" actId="47"/>
        <pc:sldMkLst>
          <pc:docMk/>
          <pc:sldMk cId="1042630484" sldId="402"/>
        </pc:sldMkLst>
        <pc:spChg chg="del">
          <ac:chgData name="Raphael Rocha" userId="9ffff2bd-5d61-4f98-8771-e8d21c1fed7a" providerId="ADAL" clId="{70EEED11-9875-40E3-9754-0FCC4E024A9E}" dt="2026-05-02T01:19:24.755" v="3125" actId="478"/>
          <ac:spMkLst>
            <pc:docMk/>
            <pc:sldMk cId="1042630484" sldId="402"/>
            <ac:spMk id="3" creationId="{532CD7DB-77C9-E53C-6DC6-67A1F3A9E2B5}"/>
          </ac:spMkLst>
        </pc:spChg>
        <pc:spChg chg="add mod">
          <ac:chgData name="Raphael Rocha" userId="9ffff2bd-5d61-4f98-8771-e8d21c1fed7a" providerId="ADAL" clId="{70EEED11-9875-40E3-9754-0FCC4E024A9E}" dt="2026-05-02T01:19:51.741" v="3135"/>
          <ac:spMkLst>
            <pc:docMk/>
            <pc:sldMk cId="1042630484" sldId="402"/>
            <ac:spMk id="6" creationId="{54BA64D3-7FCF-44AC-13D9-933A1791CCDC}"/>
          </ac:spMkLst>
        </pc:spChg>
      </pc:sldChg>
      <pc:sldChg chg="addSp delSp modSp del mod">
        <pc:chgData name="Raphael Rocha" userId="9ffff2bd-5d61-4f98-8771-e8d21c1fed7a" providerId="ADAL" clId="{70EEED11-9875-40E3-9754-0FCC4E024A9E}" dt="2026-05-02T01:21:08.025" v="3146" actId="47"/>
        <pc:sldMkLst>
          <pc:docMk/>
          <pc:sldMk cId="1028562088" sldId="403"/>
        </pc:sldMkLst>
        <pc:spChg chg="del">
          <ac:chgData name="Raphael Rocha" userId="9ffff2bd-5d61-4f98-8771-e8d21c1fed7a" providerId="ADAL" clId="{70EEED11-9875-40E3-9754-0FCC4E024A9E}" dt="2026-05-02T01:19:27.513" v="3126" actId="478"/>
          <ac:spMkLst>
            <pc:docMk/>
            <pc:sldMk cId="1028562088" sldId="403"/>
            <ac:spMk id="3" creationId="{540B7FE0-5F81-8B04-7426-32BD45DC018A}"/>
          </ac:spMkLst>
        </pc:spChg>
        <pc:spChg chg="add mod">
          <ac:chgData name="Raphael Rocha" userId="9ffff2bd-5d61-4f98-8771-e8d21c1fed7a" providerId="ADAL" clId="{70EEED11-9875-40E3-9754-0FCC4E024A9E}" dt="2026-05-02T01:19:53.477" v="3136"/>
          <ac:spMkLst>
            <pc:docMk/>
            <pc:sldMk cId="1028562088" sldId="403"/>
            <ac:spMk id="6" creationId="{301B5401-5C00-BC8C-FDE1-6171EA5B2F70}"/>
          </ac:spMkLst>
        </pc:spChg>
      </pc:sldChg>
      <pc:sldChg chg="addSp delSp modSp del mod">
        <pc:chgData name="Raphael Rocha" userId="9ffff2bd-5d61-4f98-8771-e8d21c1fed7a" providerId="ADAL" clId="{70EEED11-9875-40E3-9754-0FCC4E024A9E}" dt="2026-05-02T01:21:08.025" v="3146" actId="47"/>
        <pc:sldMkLst>
          <pc:docMk/>
          <pc:sldMk cId="325316565" sldId="404"/>
        </pc:sldMkLst>
        <pc:spChg chg="del">
          <ac:chgData name="Raphael Rocha" userId="9ffff2bd-5d61-4f98-8771-e8d21c1fed7a" providerId="ADAL" clId="{70EEED11-9875-40E3-9754-0FCC4E024A9E}" dt="2026-05-02T01:19:30.858" v="3127" actId="478"/>
          <ac:spMkLst>
            <pc:docMk/>
            <pc:sldMk cId="325316565" sldId="404"/>
            <ac:spMk id="3" creationId="{A9DE0E98-5690-A991-5F3B-A56BE1886139}"/>
          </ac:spMkLst>
        </pc:spChg>
        <pc:spChg chg="add mod">
          <ac:chgData name="Raphael Rocha" userId="9ffff2bd-5d61-4f98-8771-e8d21c1fed7a" providerId="ADAL" clId="{70EEED11-9875-40E3-9754-0FCC4E024A9E}" dt="2026-05-02T01:19:55.485" v="3137"/>
          <ac:spMkLst>
            <pc:docMk/>
            <pc:sldMk cId="325316565" sldId="404"/>
            <ac:spMk id="6" creationId="{83B8010E-A137-FA89-1CBE-3FEEF78F6F38}"/>
          </ac:spMkLst>
        </pc:spChg>
      </pc:sldChg>
      <pc:sldChg chg="addSp delSp modSp add del mod modTransition modAnim modNotesTx">
        <pc:chgData name="Raphael Rocha" userId="9ffff2bd-5d61-4f98-8771-e8d21c1fed7a" providerId="ADAL" clId="{70EEED11-9875-40E3-9754-0FCC4E024A9E}" dt="2026-05-02T01:21:08.025" v="3146" actId="47"/>
        <pc:sldMkLst>
          <pc:docMk/>
          <pc:sldMk cId="2858680943" sldId="405"/>
        </pc:sldMkLst>
        <pc:spChg chg="del">
          <ac:chgData name="Raphael Rocha" userId="9ffff2bd-5d61-4f98-8771-e8d21c1fed7a" providerId="ADAL" clId="{70EEED11-9875-40E3-9754-0FCC4E024A9E}" dt="2026-05-02T01:19:35.689" v="3129" actId="478"/>
          <ac:spMkLst>
            <pc:docMk/>
            <pc:sldMk cId="2858680943" sldId="405"/>
            <ac:spMk id="3" creationId="{4254F45C-B3E9-5377-B88D-763BE564D940}"/>
          </ac:spMkLst>
        </pc:spChg>
        <pc:spChg chg="add mod">
          <ac:chgData name="Raphael Rocha" userId="9ffff2bd-5d61-4f98-8771-e8d21c1fed7a" providerId="ADAL" clId="{70EEED11-9875-40E3-9754-0FCC4E024A9E}" dt="2026-05-02T01:19:59.312" v="3139"/>
          <ac:spMkLst>
            <pc:docMk/>
            <pc:sldMk cId="2858680943" sldId="405"/>
            <ac:spMk id="6" creationId="{BB622067-41CE-A2A0-C846-AD7F2847E548}"/>
          </ac:spMkLst>
        </pc:spChg>
        <pc:spChg chg="mod">
          <ac:chgData name="Raphael Rocha" userId="9ffff2bd-5d61-4f98-8771-e8d21c1fed7a" providerId="ADAL" clId="{70EEED11-9875-40E3-9754-0FCC4E024A9E}" dt="2026-05-02T01:20:50.285" v="3145" actId="20577"/>
          <ac:spMkLst>
            <pc:docMk/>
            <pc:sldMk cId="2858680943" sldId="405"/>
            <ac:spMk id="34" creationId="{F39DD880-7579-BC95-5437-F0F1A827EB1A}"/>
          </ac:spMkLst>
        </pc:spChg>
        <pc:picChg chg="del">
          <ac:chgData name="Raphael Rocha" userId="9ffff2bd-5d61-4f98-8771-e8d21c1fed7a" providerId="ADAL" clId="{70EEED11-9875-40E3-9754-0FCC4E024A9E}" dt="2026-05-02T01:20:38.236" v="3143" actId="478"/>
          <ac:picMkLst>
            <pc:docMk/>
            <pc:sldMk cId="2858680943" sldId="405"/>
            <ac:picMk id="9" creationId="{FDACE5C3-3FFF-DD0A-7BAE-4E5F32288E80}"/>
          </ac:picMkLst>
        </pc:picChg>
      </pc:sldChg>
      <pc:sldChg chg="addSp delSp modSp del mod modNotesTx">
        <pc:chgData name="Raphael Rocha" userId="9ffff2bd-5d61-4f98-8771-e8d21c1fed7a" providerId="ADAL" clId="{70EEED11-9875-40E3-9754-0FCC4E024A9E}" dt="2026-05-02T01:21:08.025" v="3146" actId="47"/>
        <pc:sldMkLst>
          <pc:docMk/>
          <pc:sldMk cId="4271760809" sldId="406"/>
        </pc:sldMkLst>
        <pc:spChg chg="del">
          <ac:chgData name="Raphael Rocha" userId="9ffff2bd-5d61-4f98-8771-e8d21c1fed7a" providerId="ADAL" clId="{70EEED11-9875-40E3-9754-0FCC4E024A9E}" dt="2026-05-02T01:19:33.219" v="3128" actId="478"/>
          <ac:spMkLst>
            <pc:docMk/>
            <pc:sldMk cId="4271760809" sldId="406"/>
            <ac:spMk id="3" creationId="{DB7795F4-5283-57ED-24C2-F60DE6A8CAC7}"/>
          </ac:spMkLst>
        </pc:spChg>
        <pc:spChg chg="add mod">
          <ac:chgData name="Raphael Rocha" userId="9ffff2bd-5d61-4f98-8771-e8d21c1fed7a" providerId="ADAL" clId="{70EEED11-9875-40E3-9754-0FCC4E024A9E}" dt="2026-05-02T01:19:56.880" v="3138"/>
          <ac:spMkLst>
            <pc:docMk/>
            <pc:sldMk cId="4271760809" sldId="406"/>
            <ac:spMk id="6" creationId="{4160753E-A92B-F1F6-BCA1-62C2B2F6DC57}"/>
          </ac:spMkLst>
        </pc:spChg>
      </pc:sldChg>
      <pc:sldChg chg="modSp del mod">
        <pc:chgData name="Raphael Rocha" userId="9ffff2bd-5d61-4f98-8771-e8d21c1fed7a" providerId="ADAL" clId="{70EEED11-9875-40E3-9754-0FCC4E024A9E}" dt="2026-05-02T01:29:44.726" v="3318" actId="47"/>
        <pc:sldMkLst>
          <pc:docMk/>
          <pc:sldMk cId="2593462347" sldId="407"/>
        </pc:sldMkLst>
        <pc:spChg chg="mod">
          <ac:chgData name="Raphael Rocha" userId="9ffff2bd-5d61-4f98-8771-e8d21c1fed7a" providerId="ADAL" clId="{70EEED11-9875-40E3-9754-0FCC4E024A9E}" dt="2026-05-02T01:18:37.531" v="3119" actId="20577"/>
          <ac:spMkLst>
            <pc:docMk/>
            <pc:sldMk cId="2593462347" sldId="407"/>
            <ac:spMk id="75" creationId="{C377821C-4E26-F840-0A17-7EF122FB59AB}"/>
          </ac:spMkLst>
        </pc:spChg>
      </pc:sldChg>
      <pc:sldChg chg="addSp delSp modSp add mod modNotesTx">
        <pc:chgData name="Raphael Rocha" userId="9ffff2bd-5d61-4f98-8771-e8d21c1fed7a" providerId="ADAL" clId="{70EEED11-9875-40E3-9754-0FCC4E024A9E}" dt="2026-05-02T01:44:30.822" v="3766" actId="20577"/>
        <pc:sldMkLst>
          <pc:docMk/>
          <pc:sldMk cId="4262407062" sldId="408"/>
        </pc:sldMkLst>
        <pc:spChg chg="del mod">
          <ac:chgData name="Raphael Rocha" userId="9ffff2bd-5d61-4f98-8771-e8d21c1fed7a" providerId="ADAL" clId="{70EEED11-9875-40E3-9754-0FCC4E024A9E}" dt="2026-05-02T01:30:07.883" v="3326" actId="478"/>
          <ac:spMkLst>
            <pc:docMk/>
            <pc:sldMk cId="4262407062" sldId="408"/>
            <ac:spMk id="2" creationId="{F992CAB4-6C4F-E559-68FA-F398EF492CC8}"/>
          </ac:spMkLst>
        </pc:spChg>
        <pc:spChg chg="del">
          <ac:chgData name="Raphael Rocha" userId="9ffff2bd-5d61-4f98-8771-e8d21c1fed7a" providerId="ADAL" clId="{70EEED11-9875-40E3-9754-0FCC4E024A9E}" dt="2026-05-02T01:19:39.123" v="3130" actId="478"/>
          <ac:spMkLst>
            <pc:docMk/>
            <pc:sldMk cId="4262407062" sldId="408"/>
            <ac:spMk id="3" creationId="{F6418822-C49C-5ED9-7E57-6FF09058D76E}"/>
          </ac:spMkLst>
        </pc:spChg>
        <pc:spChg chg="del mod">
          <ac:chgData name="Raphael Rocha" userId="9ffff2bd-5d61-4f98-8771-e8d21c1fed7a" providerId="ADAL" clId="{70EEED11-9875-40E3-9754-0FCC4E024A9E}" dt="2026-05-02T01:30:07.883" v="3326" actId="478"/>
          <ac:spMkLst>
            <pc:docMk/>
            <pc:sldMk cId="4262407062" sldId="408"/>
            <ac:spMk id="4" creationId="{F73607AF-F4A1-09FA-1F99-1AA955F0C150}"/>
          </ac:spMkLst>
        </pc:spChg>
        <pc:spChg chg="del mod">
          <ac:chgData name="Raphael Rocha" userId="9ffff2bd-5d61-4f98-8771-e8d21c1fed7a" providerId="ADAL" clId="{70EEED11-9875-40E3-9754-0FCC4E024A9E}" dt="2026-05-02T01:30:07.883" v="3326" actId="478"/>
          <ac:spMkLst>
            <pc:docMk/>
            <pc:sldMk cId="4262407062" sldId="408"/>
            <ac:spMk id="5" creationId="{5A00CA0C-4C0D-0864-94BE-45B2C5871786}"/>
          </ac:spMkLst>
        </pc:spChg>
        <pc:spChg chg="add mod">
          <ac:chgData name="Raphael Rocha" userId="9ffff2bd-5d61-4f98-8771-e8d21c1fed7a" providerId="ADAL" clId="{70EEED11-9875-40E3-9754-0FCC4E024A9E}" dt="2026-05-02T01:28:38.663" v="3276" actId="1036"/>
          <ac:spMkLst>
            <pc:docMk/>
            <pc:sldMk cId="4262407062" sldId="408"/>
            <ac:spMk id="6" creationId="{1776BD80-20B4-38A9-9A30-622FC70BF0A4}"/>
          </ac:spMkLst>
        </pc:spChg>
        <pc:spChg chg="mod">
          <ac:chgData name="Raphael Rocha" userId="9ffff2bd-5d61-4f98-8771-e8d21c1fed7a" providerId="ADAL" clId="{70EEED11-9875-40E3-9754-0FCC4E024A9E}" dt="2026-05-02T01:29:33.207" v="3317" actId="113"/>
          <ac:spMkLst>
            <pc:docMk/>
            <pc:sldMk cId="4262407062" sldId="408"/>
            <ac:spMk id="10" creationId="{E90F06BA-2E21-15DA-B789-87910DE3B096}"/>
          </ac:spMkLst>
        </pc:spChg>
        <pc:spChg chg="del mod">
          <ac:chgData name="Raphael Rocha" userId="9ffff2bd-5d61-4f98-8771-e8d21c1fed7a" providerId="ADAL" clId="{70EEED11-9875-40E3-9754-0FCC4E024A9E}" dt="2026-05-02T01:30:07.883" v="3326" actId="478"/>
          <ac:spMkLst>
            <pc:docMk/>
            <pc:sldMk cId="4262407062" sldId="408"/>
            <ac:spMk id="11" creationId="{5F44D9DF-B302-A9BD-4B5A-068D2676EDC4}"/>
          </ac:spMkLst>
        </pc:spChg>
        <pc:spChg chg="mod">
          <ac:chgData name="Raphael Rocha" userId="9ffff2bd-5d61-4f98-8771-e8d21c1fed7a" providerId="ADAL" clId="{70EEED11-9875-40E3-9754-0FCC4E024A9E}" dt="2026-05-02T01:29:11.057" v="3286" actId="20577"/>
          <ac:spMkLst>
            <pc:docMk/>
            <pc:sldMk cId="4262407062" sldId="408"/>
            <ac:spMk id="12" creationId="{A99DC0EC-82E7-F8A8-E5EF-516725CED7A2}"/>
          </ac:spMkLst>
        </pc:spChg>
        <pc:spChg chg="mod">
          <ac:chgData name="Raphael Rocha" userId="9ffff2bd-5d61-4f98-8771-e8d21c1fed7a" providerId="ADAL" clId="{70EEED11-9875-40E3-9754-0FCC4E024A9E}" dt="2026-05-02T01:24:06.295" v="3158" actId="571"/>
          <ac:spMkLst>
            <pc:docMk/>
            <pc:sldMk cId="4262407062" sldId="408"/>
            <ac:spMk id="13" creationId="{5E5A20D5-31C1-1D7E-2F30-FC72B9A6C0A3}"/>
          </ac:spMkLst>
        </pc:spChg>
        <pc:spChg chg="del mod">
          <ac:chgData name="Raphael Rocha" userId="9ffff2bd-5d61-4f98-8771-e8d21c1fed7a" providerId="ADAL" clId="{70EEED11-9875-40E3-9754-0FCC4E024A9E}" dt="2026-05-02T01:30:07.883" v="3326" actId="478"/>
          <ac:spMkLst>
            <pc:docMk/>
            <pc:sldMk cId="4262407062" sldId="408"/>
            <ac:spMk id="15" creationId="{3AC92374-BCBF-544B-F810-4EAF40F088BD}"/>
          </ac:spMkLst>
        </pc:spChg>
        <pc:spChg chg="mod">
          <ac:chgData name="Raphael Rocha" userId="9ffff2bd-5d61-4f98-8771-e8d21c1fed7a" providerId="ADAL" clId="{70EEED11-9875-40E3-9754-0FCC4E024A9E}" dt="2026-05-02T01:26:39.982" v="3187"/>
          <ac:spMkLst>
            <pc:docMk/>
            <pc:sldMk cId="4262407062" sldId="408"/>
            <ac:spMk id="18" creationId="{07592699-70B5-ED52-4FCD-41615B5FE948}"/>
          </ac:spMkLst>
        </pc:spChg>
        <pc:spChg chg="mod">
          <ac:chgData name="Raphael Rocha" userId="9ffff2bd-5d61-4f98-8771-e8d21c1fed7a" providerId="ADAL" clId="{70EEED11-9875-40E3-9754-0FCC4E024A9E}" dt="2026-05-02T01:26:39.982" v="3187"/>
          <ac:spMkLst>
            <pc:docMk/>
            <pc:sldMk cId="4262407062" sldId="408"/>
            <ac:spMk id="19" creationId="{0FBF3E7F-2899-8FA5-A472-80224B7BF433}"/>
          </ac:spMkLst>
        </pc:spChg>
        <pc:spChg chg="mod">
          <ac:chgData name="Raphael Rocha" userId="9ffff2bd-5d61-4f98-8771-e8d21c1fed7a" providerId="ADAL" clId="{70EEED11-9875-40E3-9754-0FCC4E024A9E}" dt="2026-05-02T01:26:39.982" v="3187"/>
          <ac:spMkLst>
            <pc:docMk/>
            <pc:sldMk cId="4262407062" sldId="408"/>
            <ac:spMk id="20" creationId="{C4AF340C-BD2C-DC82-B79C-775E6FADABBE}"/>
          </ac:spMkLst>
        </pc:spChg>
        <pc:spChg chg="mod">
          <ac:chgData name="Raphael Rocha" userId="9ffff2bd-5d61-4f98-8771-e8d21c1fed7a" providerId="ADAL" clId="{70EEED11-9875-40E3-9754-0FCC4E024A9E}" dt="2026-05-02T01:25:32.443" v="3182" actId="165"/>
          <ac:spMkLst>
            <pc:docMk/>
            <pc:sldMk cId="4262407062" sldId="408"/>
            <ac:spMk id="31" creationId="{03C5A659-35B9-B6C5-3A26-75E517BF15E6}"/>
          </ac:spMkLst>
        </pc:spChg>
        <pc:spChg chg="mod">
          <ac:chgData name="Raphael Rocha" userId="9ffff2bd-5d61-4f98-8771-e8d21c1fed7a" providerId="ADAL" clId="{70EEED11-9875-40E3-9754-0FCC4E024A9E}" dt="2026-05-02T01:25:32.443" v="3182" actId="165"/>
          <ac:spMkLst>
            <pc:docMk/>
            <pc:sldMk cId="4262407062" sldId="408"/>
            <ac:spMk id="32" creationId="{4FCD721E-987C-F7B7-5F9B-EAC1CCC1DD9C}"/>
          </ac:spMkLst>
        </pc:spChg>
        <pc:spChg chg="del mod">
          <ac:chgData name="Raphael Rocha" userId="9ffff2bd-5d61-4f98-8771-e8d21c1fed7a" providerId="ADAL" clId="{70EEED11-9875-40E3-9754-0FCC4E024A9E}" dt="2026-05-02T01:30:07.883" v="3326" actId="478"/>
          <ac:spMkLst>
            <pc:docMk/>
            <pc:sldMk cId="4262407062" sldId="408"/>
            <ac:spMk id="34" creationId="{6C7B261C-39AA-0B8B-8B55-5595EFA448E0}"/>
          </ac:spMkLst>
        </pc:spChg>
        <pc:spChg chg="mod topLvl">
          <ac:chgData name="Raphael Rocha" userId="9ffff2bd-5d61-4f98-8771-e8d21c1fed7a" providerId="ADAL" clId="{70EEED11-9875-40E3-9754-0FCC4E024A9E}" dt="2026-05-02T01:26:10.708" v="3186" actId="164"/>
          <ac:spMkLst>
            <pc:docMk/>
            <pc:sldMk cId="4262407062" sldId="408"/>
            <ac:spMk id="38" creationId="{9402CA90-4B38-4122-FE92-18DCD0049F61}"/>
          </ac:spMkLst>
        </pc:spChg>
        <pc:spChg chg="del">
          <ac:chgData name="Raphael Rocha" userId="9ffff2bd-5d61-4f98-8771-e8d21c1fed7a" providerId="ADAL" clId="{70EEED11-9875-40E3-9754-0FCC4E024A9E}" dt="2026-05-02T01:21:53.459" v="3150" actId="478"/>
          <ac:spMkLst>
            <pc:docMk/>
            <pc:sldMk cId="4262407062" sldId="408"/>
            <ac:spMk id="55" creationId="{4CEBD7E6-B2C5-3DC0-6B61-04700F81EAC6}"/>
          </ac:spMkLst>
        </pc:spChg>
        <pc:spChg chg="mod">
          <ac:chgData name="Raphael Rocha" userId="9ffff2bd-5d61-4f98-8771-e8d21c1fed7a" providerId="ADAL" clId="{70EEED11-9875-40E3-9754-0FCC4E024A9E}" dt="2026-05-02T01:28:17.048" v="3256" actId="14100"/>
          <ac:spMkLst>
            <pc:docMk/>
            <pc:sldMk cId="4262407062" sldId="408"/>
            <ac:spMk id="69" creationId="{027EC171-15D3-C0CE-1684-6A52BDB64427}"/>
          </ac:spMkLst>
        </pc:spChg>
        <pc:spChg chg="del">
          <ac:chgData name="Raphael Rocha" userId="9ffff2bd-5d61-4f98-8771-e8d21c1fed7a" providerId="ADAL" clId="{70EEED11-9875-40E3-9754-0FCC4E024A9E}" dt="2026-05-02T01:23:18.140" v="3153" actId="478"/>
          <ac:spMkLst>
            <pc:docMk/>
            <pc:sldMk cId="4262407062" sldId="408"/>
            <ac:spMk id="79" creationId="{82263D80-9FA5-53A0-20AF-021541789F45}"/>
          </ac:spMkLst>
        </pc:spChg>
        <pc:spChg chg="del">
          <ac:chgData name="Raphael Rocha" userId="9ffff2bd-5d61-4f98-8771-e8d21c1fed7a" providerId="ADAL" clId="{70EEED11-9875-40E3-9754-0FCC4E024A9E}" dt="2026-05-02T01:23:18.140" v="3153" actId="478"/>
          <ac:spMkLst>
            <pc:docMk/>
            <pc:sldMk cId="4262407062" sldId="408"/>
            <ac:spMk id="80" creationId="{D2E2B9AA-9B2A-32B1-B2ED-D024F2B88069}"/>
          </ac:spMkLst>
        </pc:spChg>
        <pc:spChg chg="del">
          <ac:chgData name="Raphael Rocha" userId="9ffff2bd-5d61-4f98-8771-e8d21c1fed7a" providerId="ADAL" clId="{70EEED11-9875-40E3-9754-0FCC4E024A9E}" dt="2026-05-02T01:23:18.140" v="3153" actId="478"/>
          <ac:spMkLst>
            <pc:docMk/>
            <pc:sldMk cId="4262407062" sldId="408"/>
            <ac:spMk id="81" creationId="{5E4EE264-6008-4091-6453-10998A5BE55A}"/>
          </ac:spMkLst>
        </pc:spChg>
        <pc:spChg chg="del">
          <ac:chgData name="Raphael Rocha" userId="9ffff2bd-5d61-4f98-8771-e8d21c1fed7a" providerId="ADAL" clId="{70EEED11-9875-40E3-9754-0FCC4E024A9E}" dt="2026-05-02T01:23:18.140" v="3153" actId="478"/>
          <ac:spMkLst>
            <pc:docMk/>
            <pc:sldMk cId="4262407062" sldId="408"/>
            <ac:spMk id="82" creationId="{9A2A4240-31CA-8525-EA97-9A4CE5364CDC}"/>
          </ac:spMkLst>
        </pc:spChg>
        <pc:spChg chg="del">
          <ac:chgData name="Raphael Rocha" userId="9ffff2bd-5d61-4f98-8771-e8d21c1fed7a" providerId="ADAL" clId="{70EEED11-9875-40E3-9754-0FCC4E024A9E}" dt="2026-05-02T01:23:18.140" v="3153" actId="478"/>
          <ac:spMkLst>
            <pc:docMk/>
            <pc:sldMk cId="4262407062" sldId="408"/>
            <ac:spMk id="83" creationId="{192CD98F-03A7-550E-A21E-106BE2C7F602}"/>
          </ac:spMkLst>
        </pc:spChg>
        <pc:spChg chg="del">
          <ac:chgData name="Raphael Rocha" userId="9ffff2bd-5d61-4f98-8771-e8d21c1fed7a" providerId="ADAL" clId="{70EEED11-9875-40E3-9754-0FCC4E024A9E}" dt="2026-05-02T01:23:18.140" v="3153" actId="478"/>
          <ac:spMkLst>
            <pc:docMk/>
            <pc:sldMk cId="4262407062" sldId="408"/>
            <ac:spMk id="84" creationId="{5DFACEBA-6B44-5533-ACD1-F62873AF79C6}"/>
          </ac:spMkLst>
        </pc:spChg>
        <pc:grpChg chg="add del mod">
          <ac:chgData name="Raphael Rocha" userId="9ffff2bd-5d61-4f98-8771-e8d21c1fed7a" providerId="ADAL" clId="{70EEED11-9875-40E3-9754-0FCC4E024A9E}" dt="2026-05-02T01:25:32.443" v="3182" actId="165"/>
          <ac:grpSpMkLst>
            <pc:docMk/>
            <pc:sldMk cId="4262407062" sldId="408"/>
            <ac:grpSpMk id="7" creationId="{C99B34F3-6D7C-ADB3-29B7-4C1070C32719}"/>
          </ac:grpSpMkLst>
        </pc:grpChg>
        <pc:grpChg chg="add del mod">
          <ac:chgData name="Raphael Rocha" userId="9ffff2bd-5d61-4f98-8771-e8d21c1fed7a" providerId="ADAL" clId="{70EEED11-9875-40E3-9754-0FCC4E024A9E}" dt="2026-05-02T01:30:07.883" v="3326" actId="478"/>
          <ac:grpSpMkLst>
            <pc:docMk/>
            <pc:sldMk cId="4262407062" sldId="408"/>
            <ac:grpSpMk id="8" creationId="{6516BFE9-EEF7-92C1-2D08-03FE36F6455F}"/>
          </ac:grpSpMkLst>
        </pc:grpChg>
        <pc:grpChg chg="mod">
          <ac:chgData name="Raphael Rocha" userId="9ffff2bd-5d61-4f98-8771-e8d21c1fed7a" providerId="ADAL" clId="{70EEED11-9875-40E3-9754-0FCC4E024A9E}" dt="2026-05-02T01:24:06.295" v="3158" actId="571"/>
          <ac:grpSpMkLst>
            <pc:docMk/>
            <pc:sldMk cId="4262407062" sldId="408"/>
            <ac:grpSpMk id="9" creationId="{1EEB8D28-573D-4E34-23DF-C3EE038A8F65}"/>
          </ac:grpSpMkLst>
        </pc:grpChg>
        <pc:grpChg chg="add del mod">
          <ac:chgData name="Raphael Rocha" userId="9ffff2bd-5d61-4f98-8771-e8d21c1fed7a" providerId="ADAL" clId="{70EEED11-9875-40E3-9754-0FCC4E024A9E}" dt="2026-05-02T01:30:07.883" v="3326" actId="478"/>
          <ac:grpSpMkLst>
            <pc:docMk/>
            <pc:sldMk cId="4262407062" sldId="408"/>
            <ac:grpSpMk id="14" creationId="{85AFC236-16CB-45D9-FAE9-2E89E7C38A1D}"/>
          </ac:grpSpMkLst>
        </pc:grpChg>
        <pc:grpChg chg="add mod">
          <ac:chgData name="Raphael Rocha" userId="9ffff2bd-5d61-4f98-8771-e8d21c1fed7a" providerId="ADAL" clId="{70EEED11-9875-40E3-9754-0FCC4E024A9E}" dt="2026-05-02T01:26:39.982" v="3187"/>
          <ac:grpSpMkLst>
            <pc:docMk/>
            <pc:sldMk cId="4262407062" sldId="408"/>
            <ac:grpSpMk id="16" creationId="{D751F3EB-2BCA-AC1A-E9C9-9852124E2BBA}"/>
          </ac:grpSpMkLst>
        </pc:grpChg>
        <pc:grpChg chg="mod">
          <ac:chgData name="Raphael Rocha" userId="9ffff2bd-5d61-4f98-8771-e8d21c1fed7a" providerId="ADAL" clId="{70EEED11-9875-40E3-9754-0FCC4E024A9E}" dt="2026-05-02T01:26:39.982" v="3187"/>
          <ac:grpSpMkLst>
            <pc:docMk/>
            <pc:sldMk cId="4262407062" sldId="408"/>
            <ac:grpSpMk id="17" creationId="{18E0F65A-0B02-603B-249C-C92AECBB4F21}"/>
          </ac:grpSpMkLst>
        </pc:grpChg>
        <pc:grpChg chg="mod topLvl">
          <ac:chgData name="Raphael Rocha" userId="9ffff2bd-5d61-4f98-8771-e8d21c1fed7a" providerId="ADAL" clId="{70EEED11-9875-40E3-9754-0FCC4E024A9E}" dt="2026-05-02T01:26:10.708" v="3186" actId="164"/>
          <ac:grpSpMkLst>
            <pc:docMk/>
            <pc:sldMk cId="4262407062" sldId="408"/>
            <ac:grpSpMk id="30" creationId="{BBD16FC6-4F3A-2D06-B79D-0E2A31123F6E}"/>
          </ac:grpSpMkLst>
        </pc:grpChg>
        <pc:grpChg chg="del mod">
          <ac:chgData name="Raphael Rocha" userId="9ffff2bd-5d61-4f98-8771-e8d21c1fed7a" providerId="ADAL" clId="{70EEED11-9875-40E3-9754-0FCC4E024A9E}" dt="2026-05-02T01:30:07.883" v="3326" actId="478"/>
          <ac:grpSpMkLst>
            <pc:docMk/>
            <pc:sldMk cId="4262407062" sldId="408"/>
            <ac:grpSpMk id="57" creationId="{D9DC5BD0-2EC9-846A-58A4-40B0B069FA59}"/>
          </ac:grpSpMkLst>
        </pc:grpChg>
        <pc:grpChg chg="del">
          <ac:chgData name="Raphael Rocha" userId="9ffff2bd-5d61-4f98-8771-e8d21c1fed7a" providerId="ADAL" clId="{70EEED11-9875-40E3-9754-0FCC4E024A9E}" dt="2026-05-02T01:22:59.855" v="3151" actId="478"/>
          <ac:grpSpMkLst>
            <pc:docMk/>
            <pc:sldMk cId="4262407062" sldId="408"/>
            <ac:grpSpMk id="62" creationId="{79E7F571-0E9A-9BA7-31EB-F3D324C44CFF}"/>
          </ac:grpSpMkLst>
        </pc:grpChg>
        <pc:grpChg chg="del mod">
          <ac:chgData name="Raphael Rocha" userId="9ffff2bd-5d61-4f98-8771-e8d21c1fed7a" providerId="ADAL" clId="{70EEED11-9875-40E3-9754-0FCC4E024A9E}" dt="2026-05-02T01:30:07.883" v="3326" actId="478"/>
          <ac:grpSpMkLst>
            <pc:docMk/>
            <pc:sldMk cId="4262407062" sldId="408"/>
            <ac:grpSpMk id="67" creationId="{4FBFB35E-73E4-703B-53A0-AFF828A47F09}"/>
          </ac:grpSpMkLst>
        </pc:grpChg>
        <pc:picChg chg="del">
          <ac:chgData name="Raphael Rocha" userId="9ffff2bd-5d61-4f98-8771-e8d21c1fed7a" providerId="ADAL" clId="{70EEED11-9875-40E3-9754-0FCC4E024A9E}" dt="2026-05-02T01:21:53.459" v="3150" actId="478"/>
          <ac:picMkLst>
            <pc:docMk/>
            <pc:sldMk cId="4262407062" sldId="408"/>
            <ac:picMk id="43" creationId="{55013508-05CE-9098-7796-CCD626E6FDBF}"/>
          </ac:picMkLst>
        </pc:picChg>
      </pc:sldChg>
      <pc:sldChg chg="addSp delSp add mod modNotesTx">
        <pc:chgData name="Raphael Rocha" userId="9ffff2bd-5d61-4f98-8771-e8d21c1fed7a" providerId="ADAL" clId="{70EEED11-9875-40E3-9754-0FCC4E024A9E}" dt="2026-05-02T01:32:14.665" v="3399" actId="20577"/>
        <pc:sldMkLst>
          <pc:docMk/>
          <pc:sldMk cId="4183461182" sldId="409"/>
        </pc:sldMkLst>
        <pc:spChg chg="add del">
          <ac:chgData name="Raphael Rocha" userId="9ffff2bd-5d61-4f98-8771-e8d21c1fed7a" providerId="ADAL" clId="{70EEED11-9875-40E3-9754-0FCC4E024A9E}" dt="2026-05-02T01:30:22.282" v="3332" actId="478"/>
          <ac:spMkLst>
            <pc:docMk/>
            <pc:sldMk cId="4183461182" sldId="409"/>
            <ac:spMk id="2" creationId="{206B152D-F4E8-BAD0-F9B1-58731E6F5EB3}"/>
          </ac:spMkLst>
        </pc:spChg>
        <pc:spChg chg="del">
          <ac:chgData name="Raphael Rocha" userId="9ffff2bd-5d61-4f98-8771-e8d21c1fed7a" providerId="ADAL" clId="{70EEED11-9875-40E3-9754-0FCC4E024A9E}" dt="2026-05-02T01:30:22.282" v="3332" actId="478"/>
          <ac:spMkLst>
            <pc:docMk/>
            <pc:sldMk cId="4183461182" sldId="409"/>
            <ac:spMk id="4" creationId="{8A8F9CB4-1FFE-C8AE-B17D-D424F4631058}"/>
          </ac:spMkLst>
        </pc:spChg>
        <pc:spChg chg="del">
          <ac:chgData name="Raphael Rocha" userId="9ffff2bd-5d61-4f98-8771-e8d21c1fed7a" providerId="ADAL" clId="{70EEED11-9875-40E3-9754-0FCC4E024A9E}" dt="2026-05-02T01:30:24.249" v="3333" actId="478"/>
          <ac:spMkLst>
            <pc:docMk/>
            <pc:sldMk cId="4183461182" sldId="409"/>
            <ac:spMk id="5" creationId="{55A6CFCA-F35A-3CFA-CC75-D842B67108D2}"/>
          </ac:spMkLst>
        </pc:spChg>
        <pc:spChg chg="add del">
          <ac:chgData name="Raphael Rocha" userId="9ffff2bd-5d61-4f98-8771-e8d21c1fed7a" providerId="ADAL" clId="{70EEED11-9875-40E3-9754-0FCC4E024A9E}" dt="2026-05-02T01:30:16.950" v="3330" actId="478"/>
          <ac:spMkLst>
            <pc:docMk/>
            <pc:sldMk cId="4183461182" sldId="409"/>
            <ac:spMk id="34" creationId="{D562C262-8796-B19F-A4B3-F19135258971}"/>
          </ac:spMkLst>
        </pc:spChg>
        <pc:grpChg chg="del">
          <ac:chgData name="Raphael Rocha" userId="9ffff2bd-5d61-4f98-8771-e8d21c1fed7a" providerId="ADAL" clId="{70EEED11-9875-40E3-9754-0FCC4E024A9E}" dt="2026-05-02T01:30:11.929" v="3327" actId="478"/>
          <ac:grpSpMkLst>
            <pc:docMk/>
            <pc:sldMk cId="4183461182" sldId="409"/>
            <ac:grpSpMk id="8" creationId="{5936F966-5B61-6668-39E4-388FB8A67171}"/>
          </ac:grpSpMkLst>
        </pc:grpChg>
        <pc:grpChg chg="del">
          <ac:chgData name="Raphael Rocha" userId="9ffff2bd-5d61-4f98-8771-e8d21c1fed7a" providerId="ADAL" clId="{70EEED11-9875-40E3-9754-0FCC4E024A9E}" dt="2026-05-02T01:30:11.929" v="3327" actId="478"/>
          <ac:grpSpMkLst>
            <pc:docMk/>
            <pc:sldMk cId="4183461182" sldId="409"/>
            <ac:grpSpMk id="14" creationId="{3C5A325B-C7A3-7F99-8274-0D774FF6F92B}"/>
          </ac:grpSpMkLst>
        </pc:grpChg>
        <pc:grpChg chg="del">
          <ac:chgData name="Raphael Rocha" userId="9ffff2bd-5d61-4f98-8771-e8d21c1fed7a" providerId="ADAL" clId="{70EEED11-9875-40E3-9754-0FCC4E024A9E}" dt="2026-05-02T01:30:11.929" v="3327" actId="478"/>
          <ac:grpSpMkLst>
            <pc:docMk/>
            <pc:sldMk cId="4183461182" sldId="409"/>
            <ac:grpSpMk id="51" creationId="{EFB764D5-86E6-A1DB-763B-DCB193E0EE05}"/>
          </ac:grpSpMkLst>
        </pc:grpChg>
        <pc:grpChg chg="del">
          <ac:chgData name="Raphael Rocha" userId="9ffff2bd-5d61-4f98-8771-e8d21c1fed7a" providerId="ADAL" clId="{70EEED11-9875-40E3-9754-0FCC4E024A9E}" dt="2026-05-02T01:30:11.929" v="3327" actId="478"/>
          <ac:grpSpMkLst>
            <pc:docMk/>
            <pc:sldMk cId="4183461182" sldId="409"/>
            <ac:grpSpMk id="57" creationId="{8B7E8A0D-A951-BEF5-3A6E-511DD076458E}"/>
          </ac:grpSpMkLst>
        </pc:grpChg>
        <pc:grpChg chg="del">
          <ac:chgData name="Raphael Rocha" userId="9ffff2bd-5d61-4f98-8771-e8d21c1fed7a" providerId="ADAL" clId="{70EEED11-9875-40E3-9754-0FCC4E024A9E}" dt="2026-05-02T01:30:11.929" v="3327" actId="478"/>
          <ac:grpSpMkLst>
            <pc:docMk/>
            <pc:sldMk cId="4183461182" sldId="409"/>
            <ac:grpSpMk id="67" creationId="{5F849251-AA12-C698-51D2-30C98BCDCF68}"/>
          </ac:grpSpMkLst>
        </pc:grpChg>
      </pc:sldChg>
      <pc:sldChg chg="delSp add mod modNotesTx">
        <pc:chgData name="Raphael Rocha" userId="9ffff2bd-5d61-4f98-8771-e8d21c1fed7a" providerId="ADAL" clId="{70EEED11-9875-40E3-9754-0FCC4E024A9E}" dt="2026-05-02T01:32:34.547" v="3400" actId="20577"/>
        <pc:sldMkLst>
          <pc:docMk/>
          <pc:sldMk cId="480514019" sldId="410"/>
        </pc:sldMkLst>
        <pc:grpChg chg="del">
          <ac:chgData name="Raphael Rocha" userId="9ffff2bd-5d61-4f98-8771-e8d21c1fed7a" providerId="ADAL" clId="{70EEED11-9875-40E3-9754-0FCC4E024A9E}" dt="2026-05-02T01:30:28.603" v="3334" actId="478"/>
          <ac:grpSpMkLst>
            <pc:docMk/>
            <pc:sldMk cId="480514019" sldId="410"/>
            <ac:grpSpMk id="8" creationId="{41ED6AAC-FC1C-48FB-1022-0B88B1191D3B}"/>
          </ac:grpSpMkLst>
        </pc:grpChg>
        <pc:grpChg chg="del">
          <ac:chgData name="Raphael Rocha" userId="9ffff2bd-5d61-4f98-8771-e8d21c1fed7a" providerId="ADAL" clId="{70EEED11-9875-40E3-9754-0FCC4E024A9E}" dt="2026-05-02T01:30:28.603" v="3334" actId="478"/>
          <ac:grpSpMkLst>
            <pc:docMk/>
            <pc:sldMk cId="480514019" sldId="410"/>
            <ac:grpSpMk id="14" creationId="{48FCED5E-61FB-E070-F609-A870BE830979}"/>
          </ac:grpSpMkLst>
        </pc:grpChg>
        <pc:grpChg chg="del">
          <ac:chgData name="Raphael Rocha" userId="9ffff2bd-5d61-4f98-8771-e8d21c1fed7a" providerId="ADAL" clId="{70EEED11-9875-40E3-9754-0FCC4E024A9E}" dt="2026-05-02T01:30:28.603" v="3334" actId="478"/>
          <ac:grpSpMkLst>
            <pc:docMk/>
            <pc:sldMk cId="480514019" sldId="410"/>
            <ac:grpSpMk id="51" creationId="{5875B4D1-29FB-C6D3-CB66-4D16E25D8025}"/>
          </ac:grpSpMkLst>
        </pc:grpChg>
        <pc:grpChg chg="del">
          <ac:chgData name="Raphael Rocha" userId="9ffff2bd-5d61-4f98-8771-e8d21c1fed7a" providerId="ADAL" clId="{70EEED11-9875-40E3-9754-0FCC4E024A9E}" dt="2026-05-02T01:30:28.603" v="3334" actId="478"/>
          <ac:grpSpMkLst>
            <pc:docMk/>
            <pc:sldMk cId="480514019" sldId="410"/>
            <ac:grpSpMk id="57" creationId="{C06BC330-D323-0E2F-FED3-DF7F507A0C95}"/>
          </ac:grpSpMkLst>
        </pc:grpChg>
        <pc:grpChg chg="del">
          <ac:chgData name="Raphael Rocha" userId="9ffff2bd-5d61-4f98-8771-e8d21c1fed7a" providerId="ADAL" clId="{70EEED11-9875-40E3-9754-0FCC4E024A9E}" dt="2026-05-02T01:30:28.603" v="3334" actId="478"/>
          <ac:grpSpMkLst>
            <pc:docMk/>
            <pc:sldMk cId="480514019" sldId="410"/>
            <ac:grpSpMk id="67" creationId="{4B1872E1-8113-8F37-7D2F-D7DFF7F2CC13}"/>
          </ac:grpSpMkLst>
        </pc:grpChg>
      </pc:sldChg>
      <pc:sldChg chg="delSp add mod modNotesTx">
        <pc:chgData name="Raphael Rocha" userId="9ffff2bd-5d61-4f98-8771-e8d21c1fed7a" providerId="ADAL" clId="{70EEED11-9875-40E3-9754-0FCC4E024A9E}" dt="2026-05-02T01:32:54.611" v="3401" actId="20577"/>
        <pc:sldMkLst>
          <pc:docMk/>
          <pc:sldMk cId="3672822692" sldId="411"/>
        </pc:sldMkLst>
        <pc:grpChg chg="del">
          <ac:chgData name="Raphael Rocha" userId="9ffff2bd-5d61-4f98-8771-e8d21c1fed7a" providerId="ADAL" clId="{70EEED11-9875-40E3-9754-0FCC4E024A9E}" dt="2026-05-02T01:30:33.984" v="3335" actId="478"/>
          <ac:grpSpMkLst>
            <pc:docMk/>
            <pc:sldMk cId="3672822692" sldId="411"/>
            <ac:grpSpMk id="8" creationId="{2727282A-05C2-C7D5-8775-6E5DA0291ED0}"/>
          </ac:grpSpMkLst>
        </pc:grpChg>
        <pc:grpChg chg="del">
          <ac:chgData name="Raphael Rocha" userId="9ffff2bd-5d61-4f98-8771-e8d21c1fed7a" providerId="ADAL" clId="{70EEED11-9875-40E3-9754-0FCC4E024A9E}" dt="2026-05-02T01:30:33.984" v="3335" actId="478"/>
          <ac:grpSpMkLst>
            <pc:docMk/>
            <pc:sldMk cId="3672822692" sldId="411"/>
            <ac:grpSpMk id="14" creationId="{48CDBEEF-1DDD-AD11-0B10-4D5E15B09901}"/>
          </ac:grpSpMkLst>
        </pc:grpChg>
        <pc:grpChg chg="del">
          <ac:chgData name="Raphael Rocha" userId="9ffff2bd-5d61-4f98-8771-e8d21c1fed7a" providerId="ADAL" clId="{70EEED11-9875-40E3-9754-0FCC4E024A9E}" dt="2026-05-02T01:30:35.633" v="3336" actId="478"/>
          <ac:grpSpMkLst>
            <pc:docMk/>
            <pc:sldMk cId="3672822692" sldId="411"/>
            <ac:grpSpMk id="57" creationId="{92ACE84D-8539-06E4-DEC8-3957A16300C2}"/>
          </ac:grpSpMkLst>
        </pc:grpChg>
        <pc:grpChg chg="del">
          <ac:chgData name="Raphael Rocha" userId="9ffff2bd-5d61-4f98-8771-e8d21c1fed7a" providerId="ADAL" clId="{70EEED11-9875-40E3-9754-0FCC4E024A9E}" dt="2026-05-02T01:30:33.984" v="3335" actId="478"/>
          <ac:grpSpMkLst>
            <pc:docMk/>
            <pc:sldMk cId="3672822692" sldId="411"/>
            <ac:grpSpMk id="67" creationId="{3EE975F0-B33B-5A43-154A-740E6B0D5108}"/>
          </ac:grpSpMkLst>
        </pc:grpChg>
      </pc:sldChg>
      <pc:sldChg chg="delSp add mod modNotesTx">
        <pc:chgData name="Raphael Rocha" userId="9ffff2bd-5d61-4f98-8771-e8d21c1fed7a" providerId="ADAL" clId="{70EEED11-9875-40E3-9754-0FCC4E024A9E}" dt="2026-05-02T01:33:26.987" v="3403" actId="20577"/>
        <pc:sldMkLst>
          <pc:docMk/>
          <pc:sldMk cId="3701914719" sldId="412"/>
        </pc:sldMkLst>
        <pc:grpChg chg="del">
          <ac:chgData name="Raphael Rocha" userId="9ffff2bd-5d61-4f98-8771-e8d21c1fed7a" providerId="ADAL" clId="{70EEED11-9875-40E3-9754-0FCC4E024A9E}" dt="2026-05-02T01:30:41.842" v="3337" actId="478"/>
          <ac:grpSpMkLst>
            <pc:docMk/>
            <pc:sldMk cId="3701914719" sldId="412"/>
            <ac:grpSpMk id="8" creationId="{8CA655B3-380A-C058-05AD-C18D95897E35}"/>
          </ac:grpSpMkLst>
        </pc:grpChg>
        <pc:grpChg chg="del">
          <ac:chgData name="Raphael Rocha" userId="9ffff2bd-5d61-4f98-8771-e8d21c1fed7a" providerId="ADAL" clId="{70EEED11-9875-40E3-9754-0FCC4E024A9E}" dt="2026-05-02T01:30:41.842" v="3337" actId="478"/>
          <ac:grpSpMkLst>
            <pc:docMk/>
            <pc:sldMk cId="3701914719" sldId="412"/>
            <ac:grpSpMk id="14" creationId="{63063AD6-91F3-5317-638A-D6B092FF39B0}"/>
          </ac:grpSpMkLst>
        </pc:grpChg>
        <pc:grpChg chg="del">
          <ac:chgData name="Raphael Rocha" userId="9ffff2bd-5d61-4f98-8771-e8d21c1fed7a" providerId="ADAL" clId="{70EEED11-9875-40E3-9754-0FCC4E024A9E}" dt="2026-05-02T01:30:41.842" v="3337" actId="478"/>
          <ac:grpSpMkLst>
            <pc:docMk/>
            <pc:sldMk cId="3701914719" sldId="412"/>
            <ac:grpSpMk id="67" creationId="{31D3A5BC-798A-148D-5BC7-030A917F8FE0}"/>
          </ac:grpSpMkLst>
        </pc:grpChg>
      </pc:sldChg>
      <pc:sldChg chg="delSp add mod">
        <pc:chgData name="Raphael Rocha" userId="9ffff2bd-5d61-4f98-8771-e8d21c1fed7a" providerId="ADAL" clId="{70EEED11-9875-40E3-9754-0FCC4E024A9E}" dt="2026-05-02T01:30:48.489" v="3339" actId="478"/>
        <pc:sldMkLst>
          <pc:docMk/>
          <pc:sldMk cId="510890123" sldId="413"/>
        </pc:sldMkLst>
        <pc:grpChg chg="del">
          <ac:chgData name="Raphael Rocha" userId="9ffff2bd-5d61-4f98-8771-e8d21c1fed7a" providerId="ADAL" clId="{70EEED11-9875-40E3-9754-0FCC4E024A9E}" dt="2026-05-02T01:30:48.489" v="3339" actId="478"/>
          <ac:grpSpMkLst>
            <pc:docMk/>
            <pc:sldMk cId="510890123" sldId="413"/>
            <ac:grpSpMk id="8" creationId="{E2292248-4618-F781-7DFF-0478AEA9C559}"/>
          </ac:grpSpMkLst>
        </pc:grpChg>
        <pc:grpChg chg="del">
          <ac:chgData name="Raphael Rocha" userId="9ffff2bd-5d61-4f98-8771-e8d21c1fed7a" providerId="ADAL" clId="{70EEED11-9875-40E3-9754-0FCC4E024A9E}" dt="2026-05-02T01:30:46.755" v="3338" actId="478"/>
          <ac:grpSpMkLst>
            <pc:docMk/>
            <pc:sldMk cId="510890123" sldId="413"/>
            <ac:grpSpMk id="67" creationId="{31EBC9C4-92B7-D41C-4B5C-091A6A122BF7}"/>
          </ac:grpSpMkLst>
        </pc:grpChg>
      </pc:sldChg>
      <pc:sldChg chg="delSp add mod modNotesTx">
        <pc:chgData name="Raphael Rocha" userId="9ffff2bd-5d61-4f98-8771-e8d21c1fed7a" providerId="ADAL" clId="{70EEED11-9875-40E3-9754-0FCC4E024A9E}" dt="2026-05-02T01:34:52.537" v="3419" actId="20577"/>
        <pc:sldMkLst>
          <pc:docMk/>
          <pc:sldMk cId="3538868999" sldId="414"/>
        </pc:sldMkLst>
        <pc:grpChg chg="del">
          <ac:chgData name="Raphael Rocha" userId="9ffff2bd-5d61-4f98-8771-e8d21c1fed7a" providerId="ADAL" clId="{70EEED11-9875-40E3-9754-0FCC4E024A9E}" dt="2026-05-02T01:30:53.825" v="3340" actId="478"/>
          <ac:grpSpMkLst>
            <pc:docMk/>
            <pc:sldMk cId="3538868999" sldId="414"/>
            <ac:grpSpMk id="67" creationId="{78CCF7AB-87D4-9862-B640-29C8F403D442}"/>
          </ac:grpSpMkLst>
        </pc:grpChg>
      </pc:sldChg>
      <pc:sldChg chg="add modNotesTx">
        <pc:chgData name="Raphael Rocha" userId="9ffff2bd-5d61-4f98-8771-e8d21c1fed7a" providerId="ADAL" clId="{70EEED11-9875-40E3-9754-0FCC4E024A9E}" dt="2026-05-02T01:44:11.902" v="3744" actId="20577"/>
        <pc:sldMkLst>
          <pc:docMk/>
          <pc:sldMk cId="3629888434" sldId="415"/>
        </pc:sldMkLst>
      </pc:sldChg>
      <pc:sldMasterChg chg="modSldLayout">
        <pc:chgData name="Raphael Rocha" userId="9ffff2bd-5d61-4f98-8771-e8d21c1fed7a" providerId="ADAL" clId="{70EEED11-9875-40E3-9754-0FCC4E024A9E}" dt="2026-05-02T01:19:05.984" v="3122" actId="478"/>
        <pc:sldMasterMkLst>
          <pc:docMk/>
          <pc:sldMasterMk cId="1031657783" sldId="2147483648"/>
        </pc:sldMasterMkLst>
        <pc:sldLayoutChg chg="delSp mod">
          <pc:chgData name="Raphael Rocha" userId="9ffff2bd-5d61-4f98-8771-e8d21c1fed7a" providerId="ADAL" clId="{70EEED11-9875-40E3-9754-0FCC4E024A9E}" dt="2026-05-02T01:19:05.984" v="3122" actId="478"/>
          <pc:sldLayoutMkLst>
            <pc:docMk/>
            <pc:sldMasterMk cId="1031657783" sldId="2147483648"/>
            <pc:sldLayoutMk cId="4127475" sldId="2147483660"/>
          </pc:sldLayoutMkLst>
          <pc:spChg chg="del">
            <ac:chgData name="Raphael Rocha" userId="9ffff2bd-5d61-4f98-8771-e8d21c1fed7a" providerId="ADAL" clId="{70EEED11-9875-40E3-9754-0FCC4E024A9E}" dt="2026-05-02T01:19:05.984" v="3122" actId="478"/>
            <ac:spMkLst>
              <pc:docMk/>
              <pc:sldMasterMk cId="1031657783" sldId="2147483648"/>
              <pc:sldLayoutMk cId="4127475" sldId="2147483660"/>
              <ac:spMk id="8" creationId="{0973D540-B58D-061F-0CDC-1B0E5384235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054AB-11EE-4557-B441-946576185EFF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1A0F3-5939-4ED4-9D20-557DA76D45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703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7B32-77DA-3681-3618-1FBFA113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C6587E-59C1-A21F-A0B6-17FC596AD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C8543E4-7824-3C81-FF0E-5C2AAB610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falar sobre os </a:t>
            </a:r>
            <a:r>
              <a:rPr lang="pt-BR"/>
              <a:t>detalhes técnicos da </a:t>
            </a:r>
            <a:r>
              <a:rPr lang="pt-BR" dirty="0"/>
              <a:t>cobertura de morte da AZOS que no portal é identificada como Seguro de Vida.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E793D1-EC78-2070-3160-8F49F4D2F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657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10A1-287C-F777-9C20-B4312A88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EEACC2-2CE6-E537-F979-9F7B7FFDF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69B4E3D-21B0-1111-CEAE-80C6A9B40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cobertura de morte da AZOS tem idade de entrada dos 18 aos 65 anos de idade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CD9DBB-CB1D-16C2-433B-14A4C57C1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6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E5A3-E4CE-3E90-C756-482D4A0BD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52B1087-5A19-4619-FBEF-DFA6083E9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47CFF3-769B-3057-68B9-7DA86CF63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reenquadramento etário é anual.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066F77-3D5A-1620-32DB-120BCEC81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F0A6-5030-EB62-1AC8-D9E85247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0F5911-7B86-85AC-AA8E-BAF906179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9BA7B0-5263-392B-F46A-D3C06CBBC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Não possui idade máxima de saída, é um seguro vitalício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80C15-9E8F-8824-047B-D8E25FCEE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516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98243-9D5D-1312-99BA-4B12ED8F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E03FED-23AB-B151-7FCB-FF9B64B96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235631-28AA-1153-7507-A97CC8845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Abdica do artigo 769 do Código Civil.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339FA0-8F4A-D3F1-472B-D7EAAC8AB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355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DAFC-D0D1-4B95-D054-FDC932B6C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F8D960-8DE4-A4A2-77E8-7B2009D08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81665E-AD27-2D5D-FE88-E41DE3893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Não possui carência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FBC9CD4-3ED2-B327-AB38-76D01E12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338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3357-C72D-C666-217C-16CF2B03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E52E0B-F6E0-0A0B-D5C1-B0F8F1F50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77DDE4-D114-91C1-CFFB-431B85A21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um seguro vitalício, que apesar de ter uma vigência de 5 anos, possui a sua renovação a cada 5 anos sem a necessidade de reanálise e não tem idade máxima de saída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2510A0-DD91-B544-A996-A02C7DC41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930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5807-58A9-BDA2-0CA9-869ED799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14217E-7B01-0492-4D8D-73ACF7A7B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24DF987-1E86-C7A7-6A51-EEC6D95BF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800" dirty="0"/>
              <a:t>O capital segurado máximo está limitado a 3 milhões de reais, mas tem a possibilidade de chegar até os 5 milhões de reais a depender da categoria do AZOS Mais. Depende também de alguns outro fatores como idade, renda, profissão, saúde e alguns hábitos como fumar ou andar de motocicleta.</a:t>
            </a:r>
          </a:p>
          <a:p>
            <a:r>
              <a:rPr lang="pt-BR" sz="800" dirty="0"/>
              <a:t>A precificação da cobertura de morte da AZOS segue diretamente a relação do IMC do segurado por faixas, índice de massa corporal. E caso o IMC for superior a 37 pontos, existe a recusa do risco pela seguradora. </a:t>
            </a:r>
          </a:p>
          <a:p>
            <a:r>
              <a:rPr lang="pt-BR" sz="800" dirty="0"/>
              <a:t>E essa é a cobertura de morte da AZOS.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5422F3-CAE6-61D9-CDE9-CE3D1966DF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1A0F3-5939-4ED4-9D20-557DA76D45A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375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90ED5-5F20-F428-254E-52B1E2D8A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5276D5-109D-5CC1-5650-557610E88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E4864-CE38-A2BC-34BA-DC8FDDA0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0BF195-FA49-E50B-67FE-5E57C4E2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D31933-D11A-9E20-A1A0-F0638C7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07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4AEE-E2F0-9DC6-4C61-D0CAD5B6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A5861A-1A54-DD31-1F03-1C3E42A95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571C6C-DDDE-76E5-72BE-9BE73A86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01C614-2B7C-6A00-9E74-B4090F5D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5C8616-BABC-7959-D542-AFACEA9A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09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FCB9D-2509-97FD-5BE5-EB484ECA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31D553-4556-2E90-D6C1-9C278F69C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CEC7ED-62F4-2D7F-4344-275E9DA6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1F4FE-D39A-0149-104E-869991CC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8A0D7-42C5-C6E0-ED71-8229C040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3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C6ABC-F685-26B9-7125-8A8935473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C27DDF-9FB2-B65D-1B31-5795738A0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1FE667-1E7D-99E5-544B-0F368D892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29F7DA-0CE1-D9FD-D8AF-A6751503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299A069-B4B8-F83B-B0C5-E9EB0978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F9428A-D3E7-34A0-9C84-A6EF3DB4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48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6C310-2209-0FA8-E420-F09220D03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08B6D9-5618-02D0-8BE0-D3D891673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D933B3-CC96-9530-80ED-47404E662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8F9EE1-00F1-2573-252A-0A94F8CFA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D792B3-ECBA-2207-470A-9058DC163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7E0095-DED0-5EB5-1CC0-242F5D44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2F5046-B976-E824-1F82-879C06D2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A521FF-34FE-959E-D899-E94E3D82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09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8ED8A-9D8B-850A-8ACF-874C1635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BD100D-A0FC-847D-771F-E68D2F94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000CBB-2C6E-03A9-50FC-9935D81D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DE4883-A6F8-E193-FE15-665D54A1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83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A5F184-213A-036F-CD0E-BE679119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FCD3A-C851-552D-A053-9BD4FFD4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222F08-CDF6-C8B3-0CB3-9237B4FA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49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3A211-A6B4-E47E-73F7-4919452A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537F0D-2B7D-0A25-0DF4-FDCBED8C2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9E404B-3717-99DF-796A-E67F6E739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73771C-1D63-44C7-8374-7A60150C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630F06-3F3C-E961-8E4C-1C46658F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9472D0-A152-5237-A041-0636D747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92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38AF4-E1A8-6B74-6F59-B522A811F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83C7A8-CBB8-48AE-EE0C-BAF034E0A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4DC806-8607-72A8-5C3E-B0E780151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1CA751-EE99-CEF4-532C-F8A94AC27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77C672-8D2A-A841-746C-422BB3AF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50637D-BDEC-A3EF-8152-D7D120BC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750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D4722-DB14-04E2-F351-B3B0BDA7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EC3B31-B0F7-DF63-E529-8B560A37C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712724-1F38-5E7A-A9BA-6C895218F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234F62-7E50-1A27-7586-5BA24E71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AC96BA-4E10-E8B1-F5B8-65807124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91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014701-AF51-A9E0-E94C-892AC603B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F4E4FF-5252-5D29-E670-67C9B15D0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AADE89-7615-B2EC-B580-F26D9923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BC1BE1-0792-C0F7-5797-CE937750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7EBD47-8AC6-BDF0-1DB0-8A6B6930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099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6B8D55C8-CCFF-CC84-1CC5-0E7679FFA0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7288"/>
          <a:stretch/>
        </p:blipFill>
        <p:spPr>
          <a:xfrm>
            <a:off x="-15768" y="-13856"/>
            <a:ext cx="872626" cy="6912000"/>
          </a:xfrm>
          <a:prstGeom prst="rect">
            <a:avLst/>
          </a:prstGeom>
        </p:spPr>
      </p:pic>
      <p:pic>
        <p:nvPicPr>
          <p:cNvPr id="9" name="Imagem 8" descr="Desenho de personagem de desenhos animados com texto preto sobre fundo branco">
            <a:extLst>
              <a:ext uri="{FF2B5EF4-FFF2-40B4-BE49-F238E27FC236}">
                <a16:creationId xmlns:a16="http://schemas.microsoft.com/office/drawing/2014/main" id="{DB0718ED-5616-863D-793C-BD8143873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212" y1="40602" x2="15212" y2="40602"/>
                        <a14:foregroundMark x1="37354" y1="38346" x2="37354" y2="38346"/>
                        <a14:foregroundMark x1="36364" y1="26128" x2="36364" y2="26128"/>
                        <a14:foregroundMark x1="78668" y1="42105" x2="78668" y2="42105"/>
                        <a14:foregroundMark x1="79388" y1="69361" x2="79388" y2="693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35803" y="4208582"/>
            <a:ext cx="1214398" cy="58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76A722-0F4A-9A4C-8EDA-E4FDA25BA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A04C6A-DE03-E25A-7316-13EE4A0A2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B9036D-57D1-ACE1-83F5-D4A607C7CB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BA18-6C44-418A-92E9-154BC2201376}" type="datetimeFigureOut">
              <a:rPr lang="pt-BR" smtClean="0"/>
              <a:t>01/05/2026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F981D2-54D1-C3A7-B7DE-CB81CB250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AD3B6D-5CE3-D26B-C1E2-6525C589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7E078-09F4-4A32-8E10-EF57345AB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65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9669E-9AD3-0FEB-3E67-439FB983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776BD80-20B4-38A9-9A30-622FC70BF0A4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</p:spTree>
    <p:extLst>
      <p:ext uri="{BB962C8B-B14F-4D97-AF65-F5344CB8AC3E}">
        <p14:creationId xmlns:p14="http://schemas.microsoft.com/office/powerpoint/2010/main" val="426240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E498-590E-2D09-EFE3-81973D6F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F55150E-1451-2CB0-5774-35E5265DBF57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92E5460-6FF7-FD4F-35F6-24E636718D65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562C262-8796-B19F-A4B3-F19135258971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0A81925-960C-20A1-29FB-744A4BBE5B13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</p:spTree>
    <p:extLst>
      <p:ext uri="{BB962C8B-B14F-4D97-AF65-F5344CB8AC3E}">
        <p14:creationId xmlns:p14="http://schemas.microsoft.com/office/powerpoint/2010/main" val="418346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54AA-C9DA-EF81-5A74-B3640468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644C0FE-0469-103F-B258-56E3EB9D0645}"/>
              </a:ext>
            </a:extLst>
          </p:cNvPr>
          <p:cNvSpPr/>
          <p:nvPr/>
        </p:nvSpPr>
        <p:spPr>
          <a:xfrm>
            <a:off x="6474492" y="1704117"/>
            <a:ext cx="3299939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Reenquadramento etário: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C6A8AF9-EA1A-EFBF-C035-F7BCD4F2276A}"/>
              </a:ext>
            </a:extLst>
          </p:cNvPr>
          <p:cNvSpPr/>
          <p:nvPr/>
        </p:nvSpPr>
        <p:spPr>
          <a:xfrm>
            <a:off x="6229027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B94A31C-C788-59E5-3D6C-F5B6F3760421}"/>
              </a:ext>
            </a:extLst>
          </p:cNvPr>
          <p:cNvSpPr/>
          <p:nvPr/>
        </p:nvSpPr>
        <p:spPr>
          <a:xfrm>
            <a:off x="9222843" y="1676802"/>
            <a:ext cx="3856127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Anual</a:t>
            </a:r>
            <a:endParaRPr lang="pt-BR" sz="1600" b="1" u="sng" dirty="0">
              <a:solidFill>
                <a:srgbClr val="49C0B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124B79C-38AA-DBB0-C092-34E410F53E30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13A9858-00A6-12AE-8652-833422055E0E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7A7C5CB-3888-B82D-532B-F618E2ECA05B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BD2A205-2DEA-6508-32E5-3F213AE67763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</p:spTree>
    <p:extLst>
      <p:ext uri="{BB962C8B-B14F-4D97-AF65-F5344CB8AC3E}">
        <p14:creationId xmlns:p14="http://schemas.microsoft.com/office/powerpoint/2010/main" val="48051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99469-3E5E-FA09-B106-41288E2B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062CE3E-2C3B-19A5-B456-F32EFD8904FE}"/>
              </a:ext>
            </a:extLst>
          </p:cNvPr>
          <p:cNvSpPr/>
          <p:nvPr/>
        </p:nvSpPr>
        <p:spPr>
          <a:xfrm>
            <a:off x="6474492" y="1704117"/>
            <a:ext cx="3299939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Reenquadramento etário: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477D6A-F784-9029-9084-6768A3912E76}"/>
              </a:ext>
            </a:extLst>
          </p:cNvPr>
          <p:cNvSpPr/>
          <p:nvPr/>
        </p:nvSpPr>
        <p:spPr>
          <a:xfrm>
            <a:off x="6229027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92FC550-CDFC-C404-DB0E-B7E0B8D4C13F}"/>
              </a:ext>
            </a:extLst>
          </p:cNvPr>
          <p:cNvSpPr/>
          <p:nvPr/>
        </p:nvSpPr>
        <p:spPr>
          <a:xfrm>
            <a:off x="9222843" y="1676802"/>
            <a:ext cx="3856127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Anual</a:t>
            </a:r>
            <a:endParaRPr lang="pt-BR" sz="1600" b="1" u="sng" dirty="0">
              <a:solidFill>
                <a:srgbClr val="49C0B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E57F733-CEE0-0739-465F-B42F417A05F6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0BF02BE-428F-951C-692F-F92140EBF964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B049ACD-42C7-0C61-9CC1-ED7B0E96D2D7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1606E922-0796-0F1B-6A0D-1C4F0B680D56}"/>
              </a:ext>
            </a:extLst>
          </p:cNvPr>
          <p:cNvGrpSpPr/>
          <p:nvPr/>
        </p:nvGrpSpPr>
        <p:grpSpPr>
          <a:xfrm>
            <a:off x="1425343" y="2605231"/>
            <a:ext cx="5206110" cy="398529"/>
            <a:chOff x="1380698" y="2200777"/>
            <a:chExt cx="5206110" cy="398529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59419234-894E-800C-D791-1F51A8DE209E}"/>
                </a:ext>
              </a:extLst>
            </p:cNvPr>
            <p:cNvGrpSpPr/>
            <p:nvPr/>
          </p:nvGrpSpPr>
          <p:grpSpPr>
            <a:xfrm>
              <a:off x="1380698" y="2200777"/>
              <a:ext cx="3347795" cy="398529"/>
              <a:chOff x="1383108" y="1486251"/>
              <a:chExt cx="3347795" cy="398529"/>
            </a:xfrm>
          </p:grpSpPr>
          <p:sp>
            <p:nvSpPr>
              <p:cNvPr id="54" name="Retângulo: Cantos Arredondados 53">
                <a:extLst>
                  <a:ext uri="{FF2B5EF4-FFF2-40B4-BE49-F238E27FC236}">
                    <a16:creationId xmlns:a16="http://schemas.microsoft.com/office/drawing/2014/main" id="{DCBCE650-33F8-59E1-AF8C-1D52A182D3EE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Idade de saída:</a:t>
                </a:r>
              </a:p>
            </p:txBody>
          </p:sp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A5114EEE-390F-248B-C7D4-B70E214E8760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2DE39B8-4E29-66AF-FF53-984B78196D83}"/>
                </a:ext>
              </a:extLst>
            </p:cNvPr>
            <p:cNvSpPr/>
            <p:nvPr/>
          </p:nvSpPr>
          <p:spPr>
            <a:xfrm>
              <a:off x="3592992" y="221872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Vitalício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618EA90-6B2F-6E42-263C-8550D6FC0446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</p:spTree>
    <p:extLst>
      <p:ext uri="{BB962C8B-B14F-4D97-AF65-F5344CB8AC3E}">
        <p14:creationId xmlns:p14="http://schemas.microsoft.com/office/powerpoint/2010/main" val="367282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C69EB-9E92-8175-B43A-22548A7C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F31875F-2837-5864-C19E-73E374ECF983}"/>
              </a:ext>
            </a:extLst>
          </p:cNvPr>
          <p:cNvSpPr/>
          <p:nvPr/>
        </p:nvSpPr>
        <p:spPr>
          <a:xfrm>
            <a:off x="6474492" y="1704117"/>
            <a:ext cx="3299939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Reenquadramento etário: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DAD0D2-FE69-9546-20F5-40D050CC3E9D}"/>
              </a:ext>
            </a:extLst>
          </p:cNvPr>
          <p:cNvSpPr/>
          <p:nvPr/>
        </p:nvSpPr>
        <p:spPr>
          <a:xfrm>
            <a:off x="6229027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6B027F8-C57B-22DE-8D72-B4FF93F63781}"/>
              </a:ext>
            </a:extLst>
          </p:cNvPr>
          <p:cNvSpPr/>
          <p:nvPr/>
        </p:nvSpPr>
        <p:spPr>
          <a:xfrm>
            <a:off x="9222843" y="1676802"/>
            <a:ext cx="3856127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Anual</a:t>
            </a:r>
            <a:endParaRPr lang="pt-BR" sz="1600" b="1" u="sng" dirty="0">
              <a:solidFill>
                <a:srgbClr val="49C0B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DAE195-BDBA-13B4-F587-60E9C38EE224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2369D7E-FC89-9579-A2DE-F8CB1D7FB471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D9DEB21-4E66-24BD-A521-49A04384435A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F4F678D-0208-CB9B-F47A-ED115DC919F7}"/>
              </a:ext>
            </a:extLst>
          </p:cNvPr>
          <p:cNvGrpSpPr/>
          <p:nvPr/>
        </p:nvGrpSpPr>
        <p:grpSpPr>
          <a:xfrm>
            <a:off x="1425343" y="2605231"/>
            <a:ext cx="5206110" cy="398529"/>
            <a:chOff x="1380698" y="2200777"/>
            <a:chExt cx="5206110" cy="398529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65B8BDF4-4E0A-F54F-D843-3688B9A4BB11}"/>
                </a:ext>
              </a:extLst>
            </p:cNvPr>
            <p:cNvGrpSpPr/>
            <p:nvPr/>
          </p:nvGrpSpPr>
          <p:grpSpPr>
            <a:xfrm>
              <a:off x="1380698" y="2200777"/>
              <a:ext cx="3347795" cy="398529"/>
              <a:chOff x="1383108" y="1486251"/>
              <a:chExt cx="3347795" cy="398529"/>
            </a:xfrm>
          </p:grpSpPr>
          <p:sp>
            <p:nvSpPr>
              <p:cNvPr id="54" name="Retângulo: Cantos Arredondados 53">
                <a:extLst>
                  <a:ext uri="{FF2B5EF4-FFF2-40B4-BE49-F238E27FC236}">
                    <a16:creationId xmlns:a16="http://schemas.microsoft.com/office/drawing/2014/main" id="{BECAAB2B-3F81-261F-FAF8-4E5E3A5BAC56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Idade de saída:</a:t>
                </a:r>
              </a:p>
            </p:txBody>
          </p:sp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BE4104F2-41EF-F738-E2DA-8528DE1D1B19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20A02866-5C23-768D-C664-A0BC6994D0E9}"/>
                </a:ext>
              </a:extLst>
            </p:cNvPr>
            <p:cNvSpPr/>
            <p:nvPr/>
          </p:nvSpPr>
          <p:spPr>
            <a:xfrm>
              <a:off x="3592992" y="221872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Vitalício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C7E43344-B3B6-9F3C-4DE7-334511AFBD70}"/>
              </a:ext>
            </a:extLst>
          </p:cNvPr>
          <p:cNvGrpSpPr/>
          <p:nvPr/>
        </p:nvGrpSpPr>
        <p:grpSpPr>
          <a:xfrm>
            <a:off x="6229027" y="2603947"/>
            <a:ext cx="3591817" cy="398529"/>
            <a:chOff x="8062055" y="4186297"/>
            <a:chExt cx="3591817" cy="398529"/>
          </a:xfrm>
        </p:grpSpPr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2B2A7289-D55B-A0EF-B339-40111E36E0D6}"/>
                </a:ext>
              </a:extLst>
            </p:cNvPr>
            <p:cNvGrpSpPr/>
            <p:nvPr/>
          </p:nvGrpSpPr>
          <p:grpSpPr>
            <a:xfrm>
              <a:off x="8062055" y="4186297"/>
              <a:ext cx="3309695" cy="398529"/>
              <a:chOff x="1383108" y="1486251"/>
              <a:chExt cx="3309695" cy="398529"/>
            </a:xfrm>
          </p:grpSpPr>
          <p:sp>
            <p:nvSpPr>
              <p:cNvPr id="60" name="Retângulo: Cantos Arredondados 59">
                <a:extLst>
                  <a:ext uri="{FF2B5EF4-FFF2-40B4-BE49-F238E27FC236}">
                    <a16:creationId xmlns:a16="http://schemas.microsoft.com/office/drawing/2014/main" id="{4EE02F2F-D8CF-6667-2596-ECD3B6156F64}"/>
                  </a:ext>
                </a:extLst>
              </p:cNvPr>
              <p:cNvSpPr/>
              <p:nvPr/>
            </p:nvSpPr>
            <p:spPr>
              <a:xfrm>
                <a:off x="16989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Abdica do Artigo 769?</a:t>
                </a:r>
              </a:p>
            </p:txBody>
          </p:sp>
          <p:sp>
            <p:nvSpPr>
              <p:cNvPr id="61" name="Retângulo 60">
                <a:extLst>
                  <a:ext uri="{FF2B5EF4-FFF2-40B4-BE49-F238E27FC236}">
                    <a16:creationId xmlns:a16="http://schemas.microsoft.com/office/drawing/2014/main" id="{D944C70A-9CD5-D2FA-0056-B030B828633A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0C26E0F5-A6BC-D6CB-4509-BB2DF5B7FE23}"/>
                </a:ext>
              </a:extLst>
            </p:cNvPr>
            <p:cNvSpPr/>
            <p:nvPr/>
          </p:nvSpPr>
          <p:spPr>
            <a:xfrm>
              <a:off x="10782300" y="4189217"/>
              <a:ext cx="871572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Sim</a:t>
              </a: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DE6FEEA-AF5D-1731-B379-1523205F1F20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</p:spTree>
    <p:extLst>
      <p:ext uri="{BB962C8B-B14F-4D97-AF65-F5344CB8AC3E}">
        <p14:creationId xmlns:p14="http://schemas.microsoft.com/office/powerpoint/2010/main" val="370191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D4866-85C4-5555-B09D-8CCC374D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5F740B3-01E8-3715-1B5D-1B8EAACB2BE6}"/>
              </a:ext>
            </a:extLst>
          </p:cNvPr>
          <p:cNvGrpSpPr/>
          <p:nvPr/>
        </p:nvGrpSpPr>
        <p:grpSpPr>
          <a:xfrm>
            <a:off x="1412202" y="3426747"/>
            <a:ext cx="3454848" cy="451278"/>
            <a:chOff x="1450302" y="3779474"/>
            <a:chExt cx="3454848" cy="45127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A572FE1B-2E37-2A17-E725-46D3E0338B28}"/>
                </a:ext>
              </a:extLst>
            </p:cNvPr>
            <p:cNvGrpSpPr/>
            <p:nvPr/>
          </p:nvGrpSpPr>
          <p:grpSpPr>
            <a:xfrm>
              <a:off x="1450302" y="3832223"/>
              <a:ext cx="3443045" cy="398529"/>
              <a:chOff x="1383108" y="1486251"/>
              <a:chExt cx="3443045" cy="398529"/>
            </a:xfrm>
          </p:grpSpPr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A3A2FCF5-C308-3FE4-C084-9F242A02E35A}"/>
                  </a:ext>
                </a:extLst>
              </p:cNvPr>
              <p:cNvSpPr/>
              <p:nvPr/>
            </p:nvSpPr>
            <p:spPr>
              <a:xfrm>
                <a:off x="183233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Carência: 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9925282E-C7C8-92AD-6AF8-335B8296722D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B72BA66F-37FF-3B83-1BB6-9EE2BD0B7ABB}"/>
                </a:ext>
              </a:extLst>
            </p:cNvPr>
            <p:cNvSpPr/>
            <p:nvPr/>
          </p:nvSpPr>
          <p:spPr>
            <a:xfrm>
              <a:off x="3105150" y="3779474"/>
              <a:ext cx="1800000" cy="424670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Não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E72D9D9-E85F-0157-FCCA-4C1CE818A284}"/>
              </a:ext>
            </a:extLst>
          </p:cNvPr>
          <p:cNvSpPr/>
          <p:nvPr/>
        </p:nvSpPr>
        <p:spPr>
          <a:xfrm>
            <a:off x="6474492" y="1704117"/>
            <a:ext cx="3299939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Reenquadramento etário: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BD95A4-A56C-D6DA-F912-A516989320E5}"/>
              </a:ext>
            </a:extLst>
          </p:cNvPr>
          <p:cNvSpPr/>
          <p:nvPr/>
        </p:nvSpPr>
        <p:spPr>
          <a:xfrm>
            <a:off x="6229027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6FCE5D8-9E9E-9122-6747-EAFC9DD7AEC6}"/>
              </a:ext>
            </a:extLst>
          </p:cNvPr>
          <p:cNvSpPr/>
          <p:nvPr/>
        </p:nvSpPr>
        <p:spPr>
          <a:xfrm>
            <a:off x="9222843" y="1676802"/>
            <a:ext cx="3856127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Anual</a:t>
            </a:r>
            <a:endParaRPr lang="pt-BR" sz="1600" b="1" u="sng" dirty="0">
              <a:solidFill>
                <a:srgbClr val="49C0B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96EDEAB-7E30-6A7B-ED24-B3E3B64247C9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4A29BB0-FF1E-55A8-A6EC-4AFD9FA5509D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5AF98770-21B8-A61C-74EE-C6B932584A87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A6F1EE7-36B1-C34C-8900-5568B45D3480}"/>
              </a:ext>
            </a:extLst>
          </p:cNvPr>
          <p:cNvGrpSpPr/>
          <p:nvPr/>
        </p:nvGrpSpPr>
        <p:grpSpPr>
          <a:xfrm>
            <a:off x="1425343" y="2605231"/>
            <a:ext cx="5206110" cy="398529"/>
            <a:chOff x="1380698" y="2200777"/>
            <a:chExt cx="5206110" cy="398529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8B4DE89F-AFAB-5F13-4C34-CA5F9F0A3081}"/>
                </a:ext>
              </a:extLst>
            </p:cNvPr>
            <p:cNvGrpSpPr/>
            <p:nvPr/>
          </p:nvGrpSpPr>
          <p:grpSpPr>
            <a:xfrm>
              <a:off x="1380698" y="2200777"/>
              <a:ext cx="3347795" cy="398529"/>
              <a:chOff x="1383108" y="1486251"/>
              <a:chExt cx="3347795" cy="398529"/>
            </a:xfrm>
          </p:grpSpPr>
          <p:sp>
            <p:nvSpPr>
              <p:cNvPr id="54" name="Retângulo: Cantos Arredondados 53">
                <a:extLst>
                  <a:ext uri="{FF2B5EF4-FFF2-40B4-BE49-F238E27FC236}">
                    <a16:creationId xmlns:a16="http://schemas.microsoft.com/office/drawing/2014/main" id="{93D3D8CC-5221-66E3-4ED2-601C156595C5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Idade de saída:</a:t>
                </a:r>
              </a:p>
            </p:txBody>
          </p:sp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5CFE1317-C7A3-E5C3-3F5F-FE98076F2289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852059F-793F-4E08-67E1-7A4437279E04}"/>
                </a:ext>
              </a:extLst>
            </p:cNvPr>
            <p:cNvSpPr/>
            <p:nvPr/>
          </p:nvSpPr>
          <p:spPr>
            <a:xfrm>
              <a:off x="3592992" y="221872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Vitalício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86C76BCD-9B6A-F5AE-97B9-57DA934C4EA0}"/>
              </a:ext>
            </a:extLst>
          </p:cNvPr>
          <p:cNvGrpSpPr/>
          <p:nvPr/>
        </p:nvGrpSpPr>
        <p:grpSpPr>
          <a:xfrm>
            <a:off x="6229027" y="2603947"/>
            <a:ext cx="3591817" cy="398529"/>
            <a:chOff x="8062055" y="4186297"/>
            <a:chExt cx="3591817" cy="398529"/>
          </a:xfrm>
        </p:grpSpPr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54D122AA-AB27-DC5B-9291-72E84E37D877}"/>
                </a:ext>
              </a:extLst>
            </p:cNvPr>
            <p:cNvGrpSpPr/>
            <p:nvPr/>
          </p:nvGrpSpPr>
          <p:grpSpPr>
            <a:xfrm>
              <a:off x="8062055" y="4186297"/>
              <a:ext cx="3309695" cy="398529"/>
              <a:chOff x="1383108" y="1486251"/>
              <a:chExt cx="3309695" cy="398529"/>
            </a:xfrm>
          </p:grpSpPr>
          <p:sp>
            <p:nvSpPr>
              <p:cNvPr id="60" name="Retângulo: Cantos Arredondados 59">
                <a:extLst>
                  <a:ext uri="{FF2B5EF4-FFF2-40B4-BE49-F238E27FC236}">
                    <a16:creationId xmlns:a16="http://schemas.microsoft.com/office/drawing/2014/main" id="{F4D7C0DE-7695-AD5A-3731-0559D6312DED}"/>
                  </a:ext>
                </a:extLst>
              </p:cNvPr>
              <p:cNvSpPr/>
              <p:nvPr/>
            </p:nvSpPr>
            <p:spPr>
              <a:xfrm>
                <a:off x="16989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Abdica do Artigo 769?</a:t>
                </a:r>
              </a:p>
            </p:txBody>
          </p:sp>
          <p:sp>
            <p:nvSpPr>
              <p:cNvPr id="61" name="Retângulo 60">
                <a:extLst>
                  <a:ext uri="{FF2B5EF4-FFF2-40B4-BE49-F238E27FC236}">
                    <a16:creationId xmlns:a16="http://schemas.microsoft.com/office/drawing/2014/main" id="{32FBB52E-AE5F-D169-52E2-4EE107E64C83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BADCD9EF-7018-E045-FCA0-2AF40E3CFA41}"/>
                </a:ext>
              </a:extLst>
            </p:cNvPr>
            <p:cNvSpPr/>
            <p:nvPr/>
          </p:nvSpPr>
          <p:spPr>
            <a:xfrm>
              <a:off x="10782300" y="4189217"/>
              <a:ext cx="871572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Sim</a:t>
              </a: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E2AEBFF-3617-F210-0C3D-842A7E305100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</p:spTree>
    <p:extLst>
      <p:ext uri="{BB962C8B-B14F-4D97-AF65-F5344CB8AC3E}">
        <p14:creationId xmlns:p14="http://schemas.microsoft.com/office/powerpoint/2010/main" val="5108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0C6E-9A7D-7F3D-5345-05C2F8C9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279E71E7-C94E-73BB-D5E6-4FA26BB3D541}"/>
              </a:ext>
            </a:extLst>
          </p:cNvPr>
          <p:cNvGrpSpPr/>
          <p:nvPr/>
        </p:nvGrpSpPr>
        <p:grpSpPr>
          <a:xfrm>
            <a:off x="1412202" y="3426747"/>
            <a:ext cx="3454848" cy="451278"/>
            <a:chOff x="1450302" y="3779474"/>
            <a:chExt cx="3454848" cy="45127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3169AB71-452F-2D7E-D989-FA2F3FCC066F}"/>
                </a:ext>
              </a:extLst>
            </p:cNvPr>
            <p:cNvGrpSpPr/>
            <p:nvPr/>
          </p:nvGrpSpPr>
          <p:grpSpPr>
            <a:xfrm>
              <a:off x="1450302" y="3832223"/>
              <a:ext cx="3443045" cy="398529"/>
              <a:chOff x="1383108" y="1486251"/>
              <a:chExt cx="3443045" cy="398529"/>
            </a:xfrm>
          </p:grpSpPr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1673F70C-5A30-9700-0800-BF8305AB6EFF}"/>
                  </a:ext>
                </a:extLst>
              </p:cNvPr>
              <p:cNvSpPr/>
              <p:nvPr/>
            </p:nvSpPr>
            <p:spPr>
              <a:xfrm>
                <a:off x="183233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Carência: 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4122B9FE-3C83-7E9C-158D-C50CE6EE9D5A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DB92BA3E-73CE-F801-2008-2B25153EDC22}"/>
                </a:ext>
              </a:extLst>
            </p:cNvPr>
            <p:cNvSpPr/>
            <p:nvPr/>
          </p:nvSpPr>
          <p:spPr>
            <a:xfrm>
              <a:off x="3105150" y="3779474"/>
              <a:ext cx="1800000" cy="424670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Não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13BF035-9832-730F-BFA6-21BD18DFA1E1}"/>
              </a:ext>
            </a:extLst>
          </p:cNvPr>
          <p:cNvSpPr/>
          <p:nvPr/>
        </p:nvSpPr>
        <p:spPr>
          <a:xfrm>
            <a:off x="6474492" y="1704117"/>
            <a:ext cx="3299939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Reenquadramento etário: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1FB990-EB17-E7D0-64CB-CFFED2580B70}"/>
              </a:ext>
            </a:extLst>
          </p:cNvPr>
          <p:cNvSpPr/>
          <p:nvPr/>
        </p:nvSpPr>
        <p:spPr>
          <a:xfrm>
            <a:off x="6229027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56A9FC6-2FD8-4DD9-2D3C-149D8D8B4906}"/>
              </a:ext>
            </a:extLst>
          </p:cNvPr>
          <p:cNvSpPr/>
          <p:nvPr/>
        </p:nvSpPr>
        <p:spPr>
          <a:xfrm>
            <a:off x="9222843" y="1676802"/>
            <a:ext cx="3856127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Anual</a:t>
            </a:r>
            <a:endParaRPr lang="pt-BR" sz="1600" b="1" u="sng" dirty="0">
              <a:solidFill>
                <a:srgbClr val="49C0B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213915E-E18B-895B-6195-9000D1DD3F5D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157B66A-0B36-B9CC-6414-97F3C79392EE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FFAFE48-9351-778C-83ED-952E5E3A1561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52F67843-77F6-7997-5326-D6E3B9D7F7F1}"/>
              </a:ext>
            </a:extLst>
          </p:cNvPr>
          <p:cNvGrpSpPr/>
          <p:nvPr/>
        </p:nvGrpSpPr>
        <p:grpSpPr>
          <a:xfrm>
            <a:off x="1425343" y="2605231"/>
            <a:ext cx="5206110" cy="398529"/>
            <a:chOff x="1380698" y="2200777"/>
            <a:chExt cx="5206110" cy="398529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992D28CB-2E70-D5CF-6CF3-4325BCF8DD39}"/>
                </a:ext>
              </a:extLst>
            </p:cNvPr>
            <p:cNvGrpSpPr/>
            <p:nvPr/>
          </p:nvGrpSpPr>
          <p:grpSpPr>
            <a:xfrm>
              <a:off x="1380698" y="2200777"/>
              <a:ext cx="3347795" cy="398529"/>
              <a:chOff x="1383108" y="1486251"/>
              <a:chExt cx="3347795" cy="398529"/>
            </a:xfrm>
          </p:grpSpPr>
          <p:sp>
            <p:nvSpPr>
              <p:cNvPr id="54" name="Retângulo: Cantos Arredondados 53">
                <a:extLst>
                  <a:ext uri="{FF2B5EF4-FFF2-40B4-BE49-F238E27FC236}">
                    <a16:creationId xmlns:a16="http://schemas.microsoft.com/office/drawing/2014/main" id="{D235CA2E-CF0B-D36B-253F-DADA59371D78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Idade de saída:</a:t>
                </a:r>
              </a:p>
            </p:txBody>
          </p:sp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593A8054-F465-EC28-3C36-C41CE30CFF8E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863808C6-40DE-A352-FD16-22DC357F988E}"/>
                </a:ext>
              </a:extLst>
            </p:cNvPr>
            <p:cNvSpPr/>
            <p:nvPr/>
          </p:nvSpPr>
          <p:spPr>
            <a:xfrm>
              <a:off x="3592992" y="221872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Vitalício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F2335FFB-9AB9-3C2D-499A-FD2DFB7F2070}"/>
              </a:ext>
            </a:extLst>
          </p:cNvPr>
          <p:cNvGrpSpPr/>
          <p:nvPr/>
        </p:nvGrpSpPr>
        <p:grpSpPr>
          <a:xfrm>
            <a:off x="6229027" y="2603947"/>
            <a:ext cx="3591817" cy="398529"/>
            <a:chOff x="8062055" y="4186297"/>
            <a:chExt cx="3591817" cy="398529"/>
          </a:xfrm>
        </p:grpSpPr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643D9208-F048-A3A9-9719-2E245B6C8B81}"/>
                </a:ext>
              </a:extLst>
            </p:cNvPr>
            <p:cNvGrpSpPr/>
            <p:nvPr/>
          </p:nvGrpSpPr>
          <p:grpSpPr>
            <a:xfrm>
              <a:off x="8062055" y="4186297"/>
              <a:ext cx="3309695" cy="398529"/>
              <a:chOff x="1383108" y="1486251"/>
              <a:chExt cx="3309695" cy="398529"/>
            </a:xfrm>
          </p:grpSpPr>
          <p:sp>
            <p:nvSpPr>
              <p:cNvPr id="60" name="Retângulo: Cantos Arredondados 59">
                <a:extLst>
                  <a:ext uri="{FF2B5EF4-FFF2-40B4-BE49-F238E27FC236}">
                    <a16:creationId xmlns:a16="http://schemas.microsoft.com/office/drawing/2014/main" id="{49CE85F0-EF93-CA1B-CD98-538B2DAE0AAA}"/>
                  </a:ext>
                </a:extLst>
              </p:cNvPr>
              <p:cNvSpPr/>
              <p:nvPr/>
            </p:nvSpPr>
            <p:spPr>
              <a:xfrm>
                <a:off x="16989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Abdica do Artigo 769?</a:t>
                </a:r>
              </a:p>
            </p:txBody>
          </p:sp>
          <p:sp>
            <p:nvSpPr>
              <p:cNvPr id="61" name="Retângulo 60">
                <a:extLst>
                  <a:ext uri="{FF2B5EF4-FFF2-40B4-BE49-F238E27FC236}">
                    <a16:creationId xmlns:a16="http://schemas.microsoft.com/office/drawing/2014/main" id="{A3F17FC0-C304-73D9-EA09-A925D517422B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FFFC3BB0-EE6A-3EA0-41F7-64B4F779631F}"/>
                </a:ext>
              </a:extLst>
            </p:cNvPr>
            <p:cNvSpPr/>
            <p:nvPr/>
          </p:nvSpPr>
          <p:spPr>
            <a:xfrm>
              <a:off x="10782300" y="4189217"/>
              <a:ext cx="871572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Sim</a:t>
              </a: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55C3E5A-9657-16B2-1272-FE343FCBE2F9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D28A0255-D227-301F-F4FD-AAC8539A79A0}"/>
              </a:ext>
            </a:extLst>
          </p:cNvPr>
          <p:cNvGrpSpPr/>
          <p:nvPr/>
        </p:nvGrpSpPr>
        <p:grpSpPr>
          <a:xfrm>
            <a:off x="6229027" y="3495093"/>
            <a:ext cx="4772691" cy="398529"/>
            <a:chOff x="1382486" y="3921778"/>
            <a:chExt cx="4772691" cy="398529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70FF2EB7-0804-17A3-49C3-41CDAF62A10A}"/>
                </a:ext>
              </a:extLst>
            </p:cNvPr>
            <p:cNvGrpSpPr/>
            <p:nvPr/>
          </p:nvGrpSpPr>
          <p:grpSpPr>
            <a:xfrm>
              <a:off x="1382486" y="3921778"/>
              <a:ext cx="3347795" cy="398529"/>
              <a:chOff x="1383108" y="1486251"/>
              <a:chExt cx="3347795" cy="398529"/>
            </a:xfrm>
          </p:grpSpPr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FA4E4A01-C487-3BF0-0AE4-70199B9024B4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Renovação:</a:t>
                </a:r>
              </a:p>
            </p:txBody>
          </p:sp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AB3C89C5-14F2-08BA-A63E-B057510BBDDA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9B833F0C-381C-75D0-9DDA-B8BB5FA98E96}"/>
                </a:ext>
              </a:extLst>
            </p:cNvPr>
            <p:cNvSpPr/>
            <p:nvPr/>
          </p:nvSpPr>
          <p:spPr>
            <a:xfrm>
              <a:off x="3161361" y="394813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 cada 5 anos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86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6311-32BC-6D5C-1F8F-A5D88DEA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F8DE0FBE-BF20-8DB7-FF47-242A7B26043D}"/>
              </a:ext>
            </a:extLst>
          </p:cNvPr>
          <p:cNvGrpSpPr/>
          <p:nvPr/>
        </p:nvGrpSpPr>
        <p:grpSpPr>
          <a:xfrm>
            <a:off x="1412202" y="3426747"/>
            <a:ext cx="3454848" cy="451278"/>
            <a:chOff x="1450302" y="3779474"/>
            <a:chExt cx="3454848" cy="45127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B31F71A2-3DA4-4C32-BA31-B31ED14413DE}"/>
                </a:ext>
              </a:extLst>
            </p:cNvPr>
            <p:cNvGrpSpPr/>
            <p:nvPr/>
          </p:nvGrpSpPr>
          <p:grpSpPr>
            <a:xfrm>
              <a:off x="1450302" y="3832223"/>
              <a:ext cx="3443045" cy="398529"/>
              <a:chOff x="1383108" y="1486251"/>
              <a:chExt cx="3443045" cy="398529"/>
            </a:xfrm>
          </p:grpSpPr>
          <p:sp>
            <p:nvSpPr>
              <p:cNvPr id="31" name="Retângulo: Cantos Arredondados 30">
                <a:extLst>
                  <a:ext uri="{FF2B5EF4-FFF2-40B4-BE49-F238E27FC236}">
                    <a16:creationId xmlns:a16="http://schemas.microsoft.com/office/drawing/2014/main" id="{71EB234B-6DDE-00A4-E154-BA555196B6AF}"/>
                  </a:ext>
                </a:extLst>
              </p:cNvPr>
              <p:cNvSpPr/>
              <p:nvPr/>
            </p:nvSpPr>
            <p:spPr>
              <a:xfrm>
                <a:off x="183233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Carência: </a:t>
                </a:r>
              </a:p>
            </p:txBody>
          </p:sp>
          <p:sp>
            <p:nvSpPr>
              <p:cNvPr id="32" name="Retângulo 31">
                <a:extLst>
                  <a:ext uri="{FF2B5EF4-FFF2-40B4-BE49-F238E27FC236}">
                    <a16:creationId xmlns:a16="http://schemas.microsoft.com/office/drawing/2014/main" id="{E7857755-2F62-874B-12B7-876414DE945B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9184C6F6-1E85-91F8-9F92-C8A407E74E97}"/>
                </a:ext>
              </a:extLst>
            </p:cNvPr>
            <p:cNvSpPr/>
            <p:nvPr/>
          </p:nvSpPr>
          <p:spPr>
            <a:xfrm>
              <a:off x="3105150" y="3779474"/>
              <a:ext cx="1800000" cy="424670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Não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5246CDE-ED53-0B3D-9498-D203B8DA4A2A}"/>
              </a:ext>
            </a:extLst>
          </p:cNvPr>
          <p:cNvSpPr/>
          <p:nvPr/>
        </p:nvSpPr>
        <p:spPr>
          <a:xfrm>
            <a:off x="6474492" y="1704117"/>
            <a:ext cx="3299939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Reenquadramento etário: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418EEAA-B1E5-C036-9C6B-C4ECA83744F7}"/>
              </a:ext>
            </a:extLst>
          </p:cNvPr>
          <p:cNvSpPr/>
          <p:nvPr/>
        </p:nvSpPr>
        <p:spPr>
          <a:xfrm>
            <a:off x="6229027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2265AF7-729C-1B9D-21E9-A68C444E5533}"/>
              </a:ext>
            </a:extLst>
          </p:cNvPr>
          <p:cNvSpPr/>
          <p:nvPr/>
        </p:nvSpPr>
        <p:spPr>
          <a:xfrm>
            <a:off x="9222843" y="1676802"/>
            <a:ext cx="3856127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Anual</a:t>
            </a:r>
            <a:endParaRPr lang="pt-BR" sz="1600" b="1" u="sng" dirty="0">
              <a:solidFill>
                <a:srgbClr val="49C0B6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7A0D4AC-0BA4-EE3A-1646-50FFD1D22B80}"/>
              </a:ext>
            </a:extLst>
          </p:cNvPr>
          <p:cNvSpPr/>
          <p:nvPr/>
        </p:nvSpPr>
        <p:spPr>
          <a:xfrm>
            <a:off x="1724657" y="1704117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rgbClr val="3A2C6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Idade de entrada: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5E7785-F2A4-049B-3B4B-13E871A17CA2}"/>
              </a:ext>
            </a:extLst>
          </p:cNvPr>
          <p:cNvSpPr/>
          <p:nvPr/>
        </p:nvSpPr>
        <p:spPr>
          <a:xfrm>
            <a:off x="1427828" y="1676802"/>
            <a:ext cx="167262" cy="398529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FEF96CBA-B489-EA4A-F81F-68774D97EB46}"/>
              </a:ext>
            </a:extLst>
          </p:cNvPr>
          <p:cNvSpPr/>
          <p:nvPr/>
        </p:nvSpPr>
        <p:spPr>
          <a:xfrm>
            <a:off x="3734392" y="1719184"/>
            <a:ext cx="2993816" cy="351354"/>
          </a:xfrm>
          <a:prstGeom prst="roundRect">
            <a:avLst>
              <a:gd name="adj" fmla="val 50000"/>
            </a:avLst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18 à </a:t>
            </a:r>
            <a:r>
              <a: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 anos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101550A9-7805-2D63-3758-6C389C9558A3}"/>
              </a:ext>
            </a:extLst>
          </p:cNvPr>
          <p:cNvGrpSpPr/>
          <p:nvPr/>
        </p:nvGrpSpPr>
        <p:grpSpPr>
          <a:xfrm>
            <a:off x="1425343" y="2605231"/>
            <a:ext cx="5206110" cy="398529"/>
            <a:chOff x="1380698" y="2200777"/>
            <a:chExt cx="5206110" cy="398529"/>
          </a:xfrm>
        </p:grpSpPr>
        <p:grpSp>
          <p:nvGrpSpPr>
            <p:cNvPr id="52" name="Agrupar 51">
              <a:extLst>
                <a:ext uri="{FF2B5EF4-FFF2-40B4-BE49-F238E27FC236}">
                  <a16:creationId xmlns:a16="http://schemas.microsoft.com/office/drawing/2014/main" id="{D648CD8D-02A8-0E24-9AEB-81F7014F6AA6}"/>
                </a:ext>
              </a:extLst>
            </p:cNvPr>
            <p:cNvGrpSpPr/>
            <p:nvPr/>
          </p:nvGrpSpPr>
          <p:grpSpPr>
            <a:xfrm>
              <a:off x="1380698" y="2200777"/>
              <a:ext cx="3347795" cy="398529"/>
              <a:chOff x="1383108" y="1486251"/>
              <a:chExt cx="3347795" cy="398529"/>
            </a:xfrm>
          </p:grpSpPr>
          <p:sp>
            <p:nvSpPr>
              <p:cNvPr id="54" name="Retângulo: Cantos Arredondados 53">
                <a:extLst>
                  <a:ext uri="{FF2B5EF4-FFF2-40B4-BE49-F238E27FC236}">
                    <a16:creationId xmlns:a16="http://schemas.microsoft.com/office/drawing/2014/main" id="{DD79AFDA-8C48-AB87-05D5-60A49257322A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Idade de saída:</a:t>
                </a:r>
              </a:p>
            </p:txBody>
          </p:sp>
          <p:sp>
            <p:nvSpPr>
              <p:cNvPr id="56" name="Retângulo 55">
                <a:extLst>
                  <a:ext uri="{FF2B5EF4-FFF2-40B4-BE49-F238E27FC236}">
                    <a16:creationId xmlns:a16="http://schemas.microsoft.com/office/drawing/2014/main" id="{C1651FDE-C49B-25FE-8BC0-EFAB05F8C831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82001BEC-D7B6-9262-38D4-9617AFAED065}"/>
                </a:ext>
              </a:extLst>
            </p:cNvPr>
            <p:cNvSpPr/>
            <p:nvPr/>
          </p:nvSpPr>
          <p:spPr>
            <a:xfrm>
              <a:off x="3592992" y="221872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Vitalício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992A3218-61A5-8147-E92F-4B1A53261514}"/>
              </a:ext>
            </a:extLst>
          </p:cNvPr>
          <p:cNvGrpSpPr/>
          <p:nvPr/>
        </p:nvGrpSpPr>
        <p:grpSpPr>
          <a:xfrm>
            <a:off x="6229027" y="2603947"/>
            <a:ext cx="3591817" cy="398529"/>
            <a:chOff x="8062055" y="4186297"/>
            <a:chExt cx="3591817" cy="398529"/>
          </a:xfrm>
        </p:grpSpPr>
        <p:grpSp>
          <p:nvGrpSpPr>
            <p:cNvPr id="58" name="Agrupar 57">
              <a:extLst>
                <a:ext uri="{FF2B5EF4-FFF2-40B4-BE49-F238E27FC236}">
                  <a16:creationId xmlns:a16="http://schemas.microsoft.com/office/drawing/2014/main" id="{50643780-6C98-25F8-3B11-D6F45055A0FE}"/>
                </a:ext>
              </a:extLst>
            </p:cNvPr>
            <p:cNvGrpSpPr/>
            <p:nvPr/>
          </p:nvGrpSpPr>
          <p:grpSpPr>
            <a:xfrm>
              <a:off x="8062055" y="4186297"/>
              <a:ext cx="3309695" cy="398529"/>
              <a:chOff x="1383108" y="1486251"/>
              <a:chExt cx="3309695" cy="398529"/>
            </a:xfrm>
          </p:grpSpPr>
          <p:sp>
            <p:nvSpPr>
              <p:cNvPr id="60" name="Retângulo: Cantos Arredondados 59">
                <a:extLst>
                  <a:ext uri="{FF2B5EF4-FFF2-40B4-BE49-F238E27FC236}">
                    <a16:creationId xmlns:a16="http://schemas.microsoft.com/office/drawing/2014/main" id="{CA0729E3-8867-A86B-129C-19D7C953A7F9}"/>
                  </a:ext>
                </a:extLst>
              </p:cNvPr>
              <p:cNvSpPr/>
              <p:nvPr/>
            </p:nvSpPr>
            <p:spPr>
              <a:xfrm>
                <a:off x="16989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Abdica do Artigo 769?</a:t>
                </a:r>
              </a:p>
            </p:txBody>
          </p:sp>
          <p:sp>
            <p:nvSpPr>
              <p:cNvPr id="61" name="Retângulo 60">
                <a:extLst>
                  <a:ext uri="{FF2B5EF4-FFF2-40B4-BE49-F238E27FC236}">
                    <a16:creationId xmlns:a16="http://schemas.microsoft.com/office/drawing/2014/main" id="{6711D966-7FD7-03ED-6E04-C8E3096CD7AC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49FD8565-BC98-5C71-36AE-45A65F087B81}"/>
                </a:ext>
              </a:extLst>
            </p:cNvPr>
            <p:cNvSpPr/>
            <p:nvPr/>
          </p:nvSpPr>
          <p:spPr>
            <a:xfrm>
              <a:off x="10782300" y="4189217"/>
              <a:ext cx="871572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Sim</a:t>
              </a:r>
            </a:p>
          </p:txBody>
        </p:sp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7FC83DDE-DF48-6381-39AF-B9E8299B316D}"/>
              </a:ext>
            </a:extLst>
          </p:cNvPr>
          <p:cNvGrpSpPr/>
          <p:nvPr/>
        </p:nvGrpSpPr>
        <p:grpSpPr>
          <a:xfrm>
            <a:off x="1412202" y="4369015"/>
            <a:ext cx="10439139" cy="398529"/>
            <a:chOff x="1382486" y="3921778"/>
            <a:chExt cx="10439139" cy="398529"/>
          </a:xfrm>
        </p:grpSpPr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03842A89-9B98-BE27-FE66-1397EF68F861}"/>
                </a:ext>
              </a:extLst>
            </p:cNvPr>
            <p:cNvGrpSpPr/>
            <p:nvPr/>
          </p:nvGrpSpPr>
          <p:grpSpPr>
            <a:xfrm>
              <a:off x="1382486" y="3921778"/>
              <a:ext cx="3347795" cy="398529"/>
              <a:chOff x="1383108" y="1486251"/>
              <a:chExt cx="3347795" cy="398529"/>
            </a:xfrm>
          </p:grpSpPr>
          <p:sp>
            <p:nvSpPr>
              <p:cNvPr id="70" name="Retângulo: Cantos Arredondados 69">
                <a:extLst>
                  <a:ext uri="{FF2B5EF4-FFF2-40B4-BE49-F238E27FC236}">
                    <a16:creationId xmlns:a16="http://schemas.microsoft.com/office/drawing/2014/main" id="{E487B679-3749-F98E-9EDD-7B579278FFC8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Capital Segurado </a:t>
                </a:r>
                <a:r>
                  <a:rPr lang="pt-BR" sz="1600" dirty="0" err="1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máx</a:t>
                </a:r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</a:t>
                </a:r>
              </a:p>
            </p:txBody>
          </p:sp>
          <p:sp>
            <p:nvSpPr>
              <p:cNvPr id="71" name="Retângulo 70">
                <a:extLst>
                  <a:ext uri="{FF2B5EF4-FFF2-40B4-BE49-F238E27FC236}">
                    <a16:creationId xmlns:a16="http://schemas.microsoft.com/office/drawing/2014/main" id="{6BFFB7F0-B273-AAB6-5941-D44BEECBA2EA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CC630B92-0A2C-2C14-A107-624BA444C9E1}"/>
                </a:ext>
              </a:extLst>
            </p:cNvPr>
            <p:cNvSpPr/>
            <p:nvPr/>
          </p:nvSpPr>
          <p:spPr>
            <a:xfrm>
              <a:off x="4198272" y="3948131"/>
              <a:ext cx="7623353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3 milhões (depende da categoria do Azos + pode chegar a 5 milhões)</a:t>
              </a:r>
              <a:endParaRPr lang="pt-BR" sz="1600" b="1" u="sng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244D1EA-06F6-8346-9D10-D37AFF00BFCA}"/>
              </a:ext>
            </a:extLst>
          </p:cNvPr>
          <p:cNvSpPr/>
          <p:nvPr/>
        </p:nvSpPr>
        <p:spPr>
          <a:xfrm>
            <a:off x="1412202" y="418365"/>
            <a:ext cx="6055398" cy="6147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3A2C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49C0B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SEGURO DE VIDA - MORTE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967CCAD-42BF-2DF0-2CE9-15AADFFA2315}"/>
              </a:ext>
            </a:extLst>
          </p:cNvPr>
          <p:cNvGrpSpPr/>
          <p:nvPr/>
        </p:nvGrpSpPr>
        <p:grpSpPr>
          <a:xfrm>
            <a:off x="6229027" y="3495093"/>
            <a:ext cx="4772691" cy="398529"/>
            <a:chOff x="1382486" y="3921778"/>
            <a:chExt cx="4772691" cy="398529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5EB7CE82-4538-F6E0-7130-F570A9C3FE34}"/>
                </a:ext>
              </a:extLst>
            </p:cNvPr>
            <p:cNvGrpSpPr/>
            <p:nvPr/>
          </p:nvGrpSpPr>
          <p:grpSpPr>
            <a:xfrm>
              <a:off x="1382486" y="3921778"/>
              <a:ext cx="3347795" cy="398529"/>
              <a:chOff x="1383108" y="1486251"/>
              <a:chExt cx="3347795" cy="398529"/>
            </a:xfrm>
          </p:grpSpPr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16DF2FB7-F583-794E-F7D6-CCCD479B643E}"/>
                  </a:ext>
                </a:extLst>
              </p:cNvPr>
              <p:cNvSpPr/>
              <p:nvPr/>
            </p:nvSpPr>
            <p:spPr>
              <a:xfrm>
                <a:off x="1737087" y="1494516"/>
                <a:ext cx="2993816" cy="351354"/>
              </a:xfrm>
              <a:prstGeom prst="roundRect">
                <a:avLst>
                  <a:gd name="adj" fmla="val 50000"/>
                </a:avLst>
              </a:prstGeom>
              <a:noFill/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600" dirty="0">
                    <a:solidFill>
                      <a:srgbClr val="3A2C60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Renovação:</a:t>
                </a:r>
              </a:p>
            </p:txBody>
          </p:sp>
          <p:sp>
            <p:nvSpPr>
              <p:cNvPr id="13" name="Retângulo 12">
                <a:extLst>
                  <a:ext uri="{FF2B5EF4-FFF2-40B4-BE49-F238E27FC236}">
                    <a16:creationId xmlns:a16="http://schemas.microsoft.com/office/drawing/2014/main" id="{622B8CA4-0FF0-4A15-9E29-F4612ECEB9DC}"/>
                  </a:ext>
                </a:extLst>
              </p:cNvPr>
              <p:cNvSpPr/>
              <p:nvPr/>
            </p:nvSpPr>
            <p:spPr>
              <a:xfrm>
                <a:off x="1383108" y="1486251"/>
                <a:ext cx="167262" cy="398529"/>
              </a:xfrm>
              <a:prstGeom prst="rect">
                <a:avLst/>
              </a:prstGeom>
              <a:solidFill>
                <a:srgbClr val="3A2C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/>
              </a:p>
            </p:txBody>
          </p:sp>
        </p:grp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F4FB9523-DCF1-7026-33AA-B769241071B2}"/>
                </a:ext>
              </a:extLst>
            </p:cNvPr>
            <p:cNvSpPr/>
            <p:nvPr/>
          </p:nvSpPr>
          <p:spPr>
            <a:xfrm>
              <a:off x="3161361" y="3948131"/>
              <a:ext cx="2993816" cy="351354"/>
            </a:xfrm>
            <a:prstGeom prst="roundRect">
              <a:avLst>
                <a:gd name="adj" fmla="val 50000"/>
              </a:avLst>
            </a:prstGeom>
            <a:noFill/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u="sng" dirty="0">
                  <a:solidFill>
                    <a:srgbClr val="49C0B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 cada 5 anos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8884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aaf930c-2c5f-4209-982c-b09f020decd2">
      <Terms xmlns="http://schemas.microsoft.com/office/infopath/2007/PartnerControls"/>
    </lcf76f155ced4ddcb4097134ff3c332f>
    <TaxCatchAll xmlns="1aa3cc30-e907-4d83-ab3d-0e4aaa81cc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369D212EB29E4B928176AEDD14559A" ma:contentTypeVersion="17" ma:contentTypeDescription="Crie um novo documento." ma:contentTypeScope="" ma:versionID="a36e0b2b60912a9652ccb068452fe4ec">
  <xsd:schema xmlns:xsd="http://www.w3.org/2001/XMLSchema" xmlns:xs="http://www.w3.org/2001/XMLSchema" xmlns:p="http://schemas.microsoft.com/office/2006/metadata/properties" xmlns:ns2="4aaf930c-2c5f-4209-982c-b09f020decd2" xmlns:ns3="1aa3cc30-e907-4d83-ab3d-0e4aaa81cc32" targetNamespace="http://schemas.microsoft.com/office/2006/metadata/properties" ma:root="true" ma:fieldsID="599b66d9a9ea72d235b454a04246448b" ns2:_="" ns3:_="">
    <xsd:import namespace="4aaf930c-2c5f-4209-982c-b09f020decd2"/>
    <xsd:import namespace="1aa3cc30-e907-4d83-ab3d-0e4aaa81cc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af930c-2c5f-4209-982c-b09f020de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08467d85-8874-49f5-910d-f1558680d4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a3cc30-e907-4d83-ab3d-0e4aaa81cc3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60ad26a-8c82-40bf-b999-c12845580a8a}" ma:internalName="TaxCatchAll" ma:showField="CatchAllData" ma:web="1aa3cc30-e907-4d83-ab3d-0e4aaa81cc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04DF31-AFD6-47CC-B296-C75D632B3433}">
  <ds:schemaRefs>
    <ds:schemaRef ds:uri="http://schemas.microsoft.com/office/2006/metadata/properties"/>
    <ds:schemaRef ds:uri="http://schemas.microsoft.com/office/infopath/2007/PartnerControls"/>
    <ds:schemaRef ds:uri="4aaf930c-2c5f-4209-982c-b09f020decd2"/>
    <ds:schemaRef ds:uri="1aa3cc30-e907-4d83-ab3d-0e4aaa81cc32"/>
  </ds:schemaRefs>
</ds:datastoreItem>
</file>

<file path=customXml/itemProps2.xml><?xml version="1.0" encoding="utf-8"?>
<ds:datastoreItem xmlns:ds="http://schemas.openxmlformats.org/officeDocument/2006/customXml" ds:itemID="{02040F15-EA91-4F7F-926D-57F02EC189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D12943-884C-414F-A138-5903779037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af930c-2c5f-4209-982c-b09f020decd2"/>
    <ds:schemaRef ds:uri="1aa3cc30-e907-4d83-ab3d-0e4aaa81cc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1974</TotalTime>
  <Words>427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Poppins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Rocha</dc:creator>
  <cp:lastModifiedBy>Raphael Rocha</cp:lastModifiedBy>
  <cp:revision>1</cp:revision>
  <dcterms:created xsi:type="dcterms:W3CDTF">2025-11-02T03:05:39Z</dcterms:created>
  <dcterms:modified xsi:type="dcterms:W3CDTF">2026-05-02T01:44:38Z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0x01010059369D212EB29E4B928176AEDD14559A</vt:lpwstr>
  </property>
  <property fmtid="{D5CDD505-2E9C-101B-9397-08002B2CF9AE}" pid="3" name="MediaServiceImageTags">
    <vt:lpwstr/>
  </property>
</Properties>
</file>